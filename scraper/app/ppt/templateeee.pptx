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 id="2147483684" r:id="rId5"/>
    <p:sldMasterId id="2147483811" r:id="rId6"/>
  </p:sldMasterIdLst>
  <p:notesMasterIdLst>
    <p:notesMasterId r:id="rId27"/>
  </p:notesMasterIdLst>
  <p:sldIdLst>
    <p:sldId id="297" r:id="rId7"/>
    <p:sldId id="337" r:id="rId33"/>
    <p:sldId id="338" r:id="rId34"/>
    <p:sldId id="339" r:id="rId35"/>
    <p:sldId id="340" r:id="rId36"/>
    <p:sldId id="341" r:id="rId37"/>
    <p:sldId id="342" r:id="rId38"/>
    <p:sldId id="343" r:id="rId39"/>
    <p:sldId id="344" r:id="rId40"/>
    <p:sldId id="345" r:id="rId41"/>
    <p:sldId id="346" r:id="rId42"/>
    <p:sldId id="347" r:id="rId43"/>
    <p:sldId id="348" r:id="rId44"/>
    <p:sldId id="293" r:id="rId26"/>
  </p:sldIdLst>
  <p:sldSz cx="9144000" cy="6858000" type="letter"/>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AD1D90E-2267-5685-0622-15CA5841E633}" name="Paola Pedrini" initials="PP" userId="S::Paola.Pedrini@adareps.com::764ef065-49ff-4a66-9831-19c73181af41"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1"/>
    </p:ext>
    <p:ext uri="{D31A062A-798A-4329-ABDD-BBA856620510}">
      <p14:defaultImageDpi xmlns:p14="http://schemas.microsoft.com/office/powerpoint/2010/main" val="96"/>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402"/>
    <p:restoredTop sz="94709"/>
  </p:normalViewPr>
  <p:slideViewPr>
    <p:cSldViewPr snapToGrid="0" snapToObjects="1">
      <p:cViewPr varScale="1">
        <p:scale>
          <a:sx n="88" d="100"/>
          <a:sy n="88" d="100"/>
        </p:scale>
        <p:origin x="1263"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 Target="slides/slide1.xml"/><Relationship Id="rId26" Type="http://schemas.openxmlformats.org/officeDocument/2006/relationships/slide" Target="slides/slide20.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 Id="rId32" Type="http://schemas.microsoft.com/office/2018/10/relationships/authors" Target="authors.xml"/><Relationship Id="rId33" Type="http://schemas.openxmlformats.org/officeDocument/2006/relationships/slide" Target="slides/slide21.xml"/><Relationship Id="rId34" Type="http://schemas.openxmlformats.org/officeDocument/2006/relationships/slide" Target="slides/slide22.xml"/><Relationship Id="rId35" Type="http://schemas.openxmlformats.org/officeDocument/2006/relationships/slide" Target="slides/slide23.xml"/><Relationship Id="rId36" Type="http://schemas.openxmlformats.org/officeDocument/2006/relationships/slide" Target="slides/slide24.xml"/><Relationship Id="rId37" Type="http://schemas.openxmlformats.org/officeDocument/2006/relationships/slide" Target="slides/slide25.xml"/><Relationship Id="rId38" Type="http://schemas.openxmlformats.org/officeDocument/2006/relationships/slide" Target="slides/slide26.xml"/><Relationship Id="rId39" Type="http://schemas.openxmlformats.org/officeDocument/2006/relationships/slide" Target="slides/slide27.xml"/><Relationship Id="rId40" Type="http://schemas.openxmlformats.org/officeDocument/2006/relationships/slide" Target="slides/slide28.xml"/><Relationship Id="rId41" Type="http://schemas.openxmlformats.org/officeDocument/2006/relationships/slide" Target="slides/slide29.xml"/><Relationship Id="rId42" Type="http://schemas.openxmlformats.org/officeDocument/2006/relationships/slide" Target="slides/slide30.xml"/><Relationship Id="rId43" Type="http://schemas.openxmlformats.org/officeDocument/2006/relationships/slide" Target="slides/slide31.xml"/><Relationship Id="rId44" Type="http://schemas.openxmlformats.org/officeDocument/2006/relationships/slide" Target="slides/slide3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6E4FEA-A842-464A-B0C1-3BCB3D43B599}" type="datetimeFigureOut">
              <a:rPr lang="en-US" smtClean="0"/>
              <a:t>10/1/2025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D59858-C3ED-FA44-B7DE-CC154BB76852}" type="slidenum">
              <a:rPr lang="en-US" smtClean="0"/>
              <a:t>‹#›</a:t>
            </a:fld>
            <a:endParaRPr lang="en-US"/>
          </a:p>
        </p:txBody>
      </p:sp>
    </p:spTree>
    <p:extLst>
      <p:ext uri="{BB962C8B-B14F-4D97-AF65-F5344CB8AC3E}">
        <p14:creationId xmlns:p14="http://schemas.microsoft.com/office/powerpoint/2010/main" val="8471678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APS">
    <p:spTree>
      <p:nvGrpSpPr>
        <p:cNvPr id="1" name=""/>
        <p:cNvGrpSpPr/>
        <p:nvPr/>
      </p:nvGrpSpPr>
      <p:grpSpPr>
        <a:xfrm>
          <a:off x="0" y="0"/>
          <a:ext cx="0" cy="0"/>
          <a:chOff x="0" y="0"/>
          <a:chExt cx="0" cy="0"/>
        </a:xfrm>
      </p:grpSpPr>
      <p:sp>
        <p:nvSpPr>
          <p:cNvPr id="8" name="Title Placeholder 1">
            <a:extLst>
              <a:ext uri="{FF2B5EF4-FFF2-40B4-BE49-F238E27FC236}">
                <a16:creationId xmlns:a16="http://schemas.microsoft.com/office/drawing/2014/main" id="{9FFA7191-077E-9441-AB31-1B4FA0DCFC72}"/>
              </a:ext>
            </a:extLst>
          </p:cNvPr>
          <p:cNvSpPr>
            <a:spLocks noGrp="1"/>
          </p:cNvSpPr>
          <p:nvPr>
            <p:ph type="title"/>
          </p:nvPr>
        </p:nvSpPr>
        <p:spPr>
          <a:xfrm>
            <a:off x="222421" y="0"/>
            <a:ext cx="8741788" cy="914400"/>
          </a:xfrm>
          <a:prstGeom prst="rect">
            <a:avLst/>
          </a:prstGeom>
        </p:spPr>
        <p:txBody>
          <a:bodyPr vert="horz" lIns="91440" tIns="45720" rIns="91440" bIns="45720" rtlCol="0" anchor="ctr">
            <a:normAutofit/>
          </a:bodyPr>
          <a:lstStyle/>
          <a:p>
            <a:r>
              <a:rPr lang="en-US" dirty="0"/>
              <a:t>Click to edit Master title style</a:t>
            </a:r>
          </a:p>
        </p:txBody>
      </p:sp>
      <p:sp>
        <p:nvSpPr>
          <p:cNvPr id="9" name="Text Placeholder 2">
            <a:extLst>
              <a:ext uri="{FF2B5EF4-FFF2-40B4-BE49-F238E27FC236}">
                <a16:creationId xmlns:a16="http://schemas.microsoft.com/office/drawing/2014/main" id="{0DEE23B8-0D97-0041-8544-69AFD033364C}"/>
              </a:ext>
            </a:extLst>
          </p:cNvPr>
          <p:cNvSpPr>
            <a:spLocks noGrp="1"/>
          </p:cNvSpPr>
          <p:nvPr>
            <p:ph idx="1"/>
          </p:nvPr>
        </p:nvSpPr>
        <p:spPr>
          <a:xfrm>
            <a:off x="222421" y="1043796"/>
            <a:ext cx="8741788" cy="497092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8">
            <a:extLst>
              <a:ext uri="{FF2B5EF4-FFF2-40B4-BE49-F238E27FC236}">
                <a16:creationId xmlns:a16="http://schemas.microsoft.com/office/drawing/2014/main" id="{03A0182C-702F-384D-A27A-BDAC772A60B9}"/>
              </a:ext>
            </a:extLst>
          </p:cNvPr>
          <p:cNvSpPr>
            <a:spLocks noGrp="1"/>
          </p:cNvSpPr>
          <p:nvPr>
            <p:ph type="sldNum" sz="quarter" idx="4"/>
          </p:nvPr>
        </p:nvSpPr>
        <p:spPr>
          <a:xfrm>
            <a:off x="133062" y="6399848"/>
            <a:ext cx="557451" cy="211772"/>
          </a:xfrm>
          <a:prstGeom prst="rect">
            <a:avLst/>
          </a:prstGeom>
        </p:spPr>
        <p:txBody>
          <a:bodyPr anchor="ctr"/>
          <a:lstStyle>
            <a:lvl1pPr algn="l">
              <a:defRPr sz="825" b="1">
                <a:solidFill>
                  <a:schemeClr val="bg1"/>
                </a:solidFill>
              </a:defRPr>
            </a:lvl1pPr>
          </a:lstStyle>
          <a:p>
            <a:fld id="{46BF1EBB-2685-694C-AA6D-94641DBBC502}" type="slidenum">
              <a:rPr lang="en-US" smtClean="0"/>
              <a:pPr/>
              <a:t>‹#›</a:t>
            </a:fld>
            <a:endParaRPr lang="en-US" dirty="0"/>
          </a:p>
        </p:txBody>
      </p:sp>
      <p:pic>
        <p:nvPicPr>
          <p:cNvPr id="6" name="Picture 5" descr="A screenshot of a computer&#10;&#10;Description automatically generated with medium confidence">
            <a:extLst>
              <a:ext uri="{FF2B5EF4-FFF2-40B4-BE49-F238E27FC236}">
                <a16:creationId xmlns:a16="http://schemas.microsoft.com/office/drawing/2014/main" id="{1D8ED251-B177-5547-97F6-94A7B513911B}"/>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7762240" y="6243770"/>
            <a:ext cx="1381760" cy="611181"/>
          </a:xfrm>
          <a:prstGeom prst="rect">
            <a:avLst/>
          </a:prstGeom>
        </p:spPr>
      </p:pic>
    </p:spTree>
    <p:extLst>
      <p:ext uri="{BB962C8B-B14F-4D97-AF65-F5344CB8AC3E}">
        <p14:creationId xmlns:p14="http://schemas.microsoft.com/office/powerpoint/2010/main" val="20899704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04BDBC6-AB97-ED45-B198-851AE0101546}"/>
              </a:ext>
            </a:extLst>
          </p:cNvPr>
          <p:cNvSpPr>
            <a:spLocks noGrp="1"/>
          </p:cNvSpPr>
          <p:nvPr>
            <p:ph sz="half" idx="1"/>
          </p:nvPr>
        </p:nvSpPr>
        <p:spPr>
          <a:xfrm>
            <a:off x="214583" y="1035170"/>
            <a:ext cx="4357417" cy="4979551"/>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24B6FB9E-99BD-FD4E-A7D8-C9836420EC55}"/>
              </a:ext>
            </a:extLst>
          </p:cNvPr>
          <p:cNvSpPr>
            <a:spLocks noGrp="1"/>
          </p:cNvSpPr>
          <p:nvPr>
            <p:ph sz="half" idx="2"/>
          </p:nvPr>
        </p:nvSpPr>
        <p:spPr>
          <a:xfrm>
            <a:off x="4606794" y="1035170"/>
            <a:ext cx="4357416" cy="4979551"/>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Picture 6" descr="A screenshot of a computer&#10;&#10;Description automatically generated with medium confidence">
            <a:extLst>
              <a:ext uri="{FF2B5EF4-FFF2-40B4-BE49-F238E27FC236}">
                <a16:creationId xmlns:a16="http://schemas.microsoft.com/office/drawing/2014/main" id="{CE748A62-32EC-0A46-B8A3-614A9EA1D9DB}"/>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7762240" y="6243770"/>
            <a:ext cx="1381760" cy="611181"/>
          </a:xfrm>
          <a:prstGeom prst="rect">
            <a:avLst/>
          </a:prstGeom>
        </p:spPr>
      </p:pic>
      <p:sp>
        <p:nvSpPr>
          <p:cNvPr id="6" name="Slide Number Placeholder 8">
            <a:extLst>
              <a:ext uri="{FF2B5EF4-FFF2-40B4-BE49-F238E27FC236}">
                <a16:creationId xmlns:a16="http://schemas.microsoft.com/office/drawing/2014/main" id="{F6D6C0AF-49D8-4B48-A5F5-733DF1325EC9}"/>
              </a:ext>
            </a:extLst>
          </p:cNvPr>
          <p:cNvSpPr>
            <a:spLocks noGrp="1"/>
          </p:cNvSpPr>
          <p:nvPr>
            <p:ph type="sldNum" sz="quarter" idx="4"/>
          </p:nvPr>
        </p:nvSpPr>
        <p:spPr>
          <a:xfrm>
            <a:off x="153986" y="6398247"/>
            <a:ext cx="557451" cy="211772"/>
          </a:xfrm>
          <a:prstGeom prst="rect">
            <a:avLst/>
          </a:prstGeom>
        </p:spPr>
        <p:txBody>
          <a:bodyPr anchor="ctr"/>
          <a:lstStyle>
            <a:lvl1pPr algn="l">
              <a:defRPr sz="825" b="1">
                <a:solidFill>
                  <a:schemeClr val="bg1"/>
                </a:solidFill>
              </a:defRPr>
            </a:lvl1pPr>
          </a:lstStyle>
          <a:p>
            <a:fld id="{46BF1EBB-2685-694C-AA6D-94641DBBC502}" type="slidenum">
              <a:rPr lang="en-US" smtClean="0"/>
              <a:pPr/>
              <a:t>‹#›</a:t>
            </a:fld>
            <a:endParaRPr lang="en-US" dirty="0"/>
          </a:p>
        </p:txBody>
      </p:sp>
      <p:sp>
        <p:nvSpPr>
          <p:cNvPr id="8" name="Title Placeholder 1">
            <a:extLst>
              <a:ext uri="{FF2B5EF4-FFF2-40B4-BE49-F238E27FC236}">
                <a16:creationId xmlns:a16="http://schemas.microsoft.com/office/drawing/2014/main" id="{EB56F054-D764-1042-B810-D66015F7F81B}"/>
              </a:ext>
            </a:extLst>
          </p:cNvPr>
          <p:cNvSpPr>
            <a:spLocks noGrp="1"/>
          </p:cNvSpPr>
          <p:nvPr>
            <p:ph type="title"/>
          </p:nvPr>
        </p:nvSpPr>
        <p:spPr>
          <a:xfrm>
            <a:off x="222421" y="-3868"/>
            <a:ext cx="8741788" cy="847148"/>
          </a:xfrm>
          <a:prstGeom prst="rect">
            <a:avLst/>
          </a:prstGeom>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42301429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11B3C62-0DB5-AB46-8DC9-E467705AFC1A}"/>
              </a:ext>
            </a:extLst>
          </p:cNvPr>
          <p:cNvSpPr>
            <a:spLocks noGrp="1"/>
          </p:cNvSpPr>
          <p:nvPr>
            <p:ph type="body" idx="1"/>
          </p:nvPr>
        </p:nvSpPr>
        <p:spPr>
          <a:xfrm>
            <a:off x="205956" y="1030852"/>
            <a:ext cx="4357417" cy="823912"/>
          </a:xfrm>
          <a:prstGeom prst="rect">
            <a:avLst/>
          </a:prstGeom>
        </p:spPr>
        <p:txBody>
          <a:bodyPr anchor="b">
            <a:normAutofit/>
          </a:bodyPr>
          <a:lstStyle>
            <a:lvl1pPr marL="0" indent="0">
              <a:buNone/>
              <a:defRPr sz="2000" b="1">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9DE14F27-D03B-B042-A8BE-1FEFCB792B34}"/>
              </a:ext>
            </a:extLst>
          </p:cNvPr>
          <p:cNvSpPr>
            <a:spLocks noGrp="1"/>
          </p:cNvSpPr>
          <p:nvPr>
            <p:ph sz="half" idx="2"/>
          </p:nvPr>
        </p:nvSpPr>
        <p:spPr>
          <a:xfrm>
            <a:off x="205956" y="1854764"/>
            <a:ext cx="4357417" cy="4159957"/>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AC4370C8-C636-E94D-ACE3-5F5BFD05D27B}"/>
              </a:ext>
            </a:extLst>
          </p:cNvPr>
          <p:cNvSpPr>
            <a:spLocks noGrp="1"/>
          </p:cNvSpPr>
          <p:nvPr>
            <p:ph type="body" sz="quarter" idx="3"/>
          </p:nvPr>
        </p:nvSpPr>
        <p:spPr>
          <a:xfrm>
            <a:off x="4649638" y="1030852"/>
            <a:ext cx="4314571" cy="823912"/>
          </a:xfrm>
          <a:prstGeom prst="rect">
            <a:avLst/>
          </a:prstGeom>
        </p:spPr>
        <p:txBody>
          <a:bodyPr anchor="b">
            <a:normAutofit/>
          </a:bodyPr>
          <a:lstStyle>
            <a:lvl1pPr marL="0" indent="0">
              <a:buNone/>
              <a:defRPr sz="2000" b="1">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BD9E689B-2659-494E-8DA8-1D20D9604139}"/>
              </a:ext>
            </a:extLst>
          </p:cNvPr>
          <p:cNvSpPr>
            <a:spLocks noGrp="1"/>
          </p:cNvSpPr>
          <p:nvPr>
            <p:ph sz="quarter" idx="4"/>
          </p:nvPr>
        </p:nvSpPr>
        <p:spPr>
          <a:xfrm>
            <a:off x="4649638" y="1854764"/>
            <a:ext cx="4314571" cy="415995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Picture 8" descr="A screenshot of a computer&#10;&#10;Description automatically generated with medium confidence">
            <a:extLst>
              <a:ext uri="{FF2B5EF4-FFF2-40B4-BE49-F238E27FC236}">
                <a16:creationId xmlns:a16="http://schemas.microsoft.com/office/drawing/2014/main" id="{AFEA7A9A-1B7A-344D-855D-24C9794CBC76}"/>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7762240" y="6243770"/>
            <a:ext cx="1381760" cy="611181"/>
          </a:xfrm>
          <a:prstGeom prst="rect">
            <a:avLst/>
          </a:prstGeom>
        </p:spPr>
      </p:pic>
      <p:sp>
        <p:nvSpPr>
          <p:cNvPr id="8" name="Slide Number Placeholder 8">
            <a:extLst>
              <a:ext uri="{FF2B5EF4-FFF2-40B4-BE49-F238E27FC236}">
                <a16:creationId xmlns:a16="http://schemas.microsoft.com/office/drawing/2014/main" id="{5205432F-4461-7B4E-8A3F-932C97C2869F}"/>
              </a:ext>
            </a:extLst>
          </p:cNvPr>
          <p:cNvSpPr>
            <a:spLocks noGrp="1"/>
          </p:cNvSpPr>
          <p:nvPr>
            <p:ph type="sldNum" sz="quarter" idx="10"/>
          </p:nvPr>
        </p:nvSpPr>
        <p:spPr>
          <a:xfrm>
            <a:off x="153986" y="6398247"/>
            <a:ext cx="557451" cy="211772"/>
          </a:xfrm>
          <a:prstGeom prst="rect">
            <a:avLst/>
          </a:prstGeom>
        </p:spPr>
        <p:txBody>
          <a:bodyPr anchor="ctr"/>
          <a:lstStyle>
            <a:lvl1pPr algn="l">
              <a:defRPr sz="825" b="1">
                <a:solidFill>
                  <a:schemeClr val="bg1"/>
                </a:solidFill>
              </a:defRPr>
            </a:lvl1pPr>
          </a:lstStyle>
          <a:p>
            <a:fld id="{46BF1EBB-2685-694C-AA6D-94641DBBC502}" type="slidenum">
              <a:rPr lang="en-US" smtClean="0"/>
              <a:pPr/>
              <a:t>‹#›</a:t>
            </a:fld>
            <a:endParaRPr lang="en-US" dirty="0"/>
          </a:p>
        </p:txBody>
      </p:sp>
      <p:sp>
        <p:nvSpPr>
          <p:cNvPr id="10" name="Title Placeholder 1">
            <a:extLst>
              <a:ext uri="{FF2B5EF4-FFF2-40B4-BE49-F238E27FC236}">
                <a16:creationId xmlns:a16="http://schemas.microsoft.com/office/drawing/2014/main" id="{8531ED25-7DE6-BE48-8AF8-95FE9AAFCCDD}"/>
              </a:ext>
            </a:extLst>
          </p:cNvPr>
          <p:cNvSpPr>
            <a:spLocks noGrp="1"/>
          </p:cNvSpPr>
          <p:nvPr>
            <p:ph type="title"/>
          </p:nvPr>
        </p:nvSpPr>
        <p:spPr>
          <a:xfrm>
            <a:off x="222421" y="-3868"/>
            <a:ext cx="8741788" cy="847148"/>
          </a:xfrm>
          <a:prstGeom prst="rect">
            <a:avLst/>
          </a:prstGeom>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39313401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Placeholder 1">
            <a:extLst>
              <a:ext uri="{FF2B5EF4-FFF2-40B4-BE49-F238E27FC236}">
                <a16:creationId xmlns:a16="http://schemas.microsoft.com/office/drawing/2014/main" id="{24E2A5CD-356B-CC41-ABD2-B77316CF46C0}"/>
              </a:ext>
            </a:extLst>
          </p:cNvPr>
          <p:cNvSpPr>
            <a:spLocks noGrp="1"/>
          </p:cNvSpPr>
          <p:nvPr>
            <p:ph type="title"/>
          </p:nvPr>
        </p:nvSpPr>
        <p:spPr>
          <a:xfrm>
            <a:off x="222421" y="0"/>
            <a:ext cx="8741788" cy="914400"/>
          </a:xfrm>
          <a:prstGeom prst="rect">
            <a:avLst/>
          </a:prstGeom>
        </p:spPr>
        <p:txBody>
          <a:bodyPr vert="horz" lIns="91440" tIns="45720" rIns="91440" bIns="45720" rtlCol="0" anchor="ctr">
            <a:normAutofit/>
          </a:bodyPr>
          <a:lstStyle/>
          <a:p>
            <a:r>
              <a:rPr lang="en-US" dirty="0"/>
              <a:t>Click to edit Master title style</a:t>
            </a:r>
          </a:p>
        </p:txBody>
      </p:sp>
      <p:pic>
        <p:nvPicPr>
          <p:cNvPr id="4" name="Picture 3" descr="A screenshot of a computer&#10;&#10;Description automatically generated with medium confidence">
            <a:extLst>
              <a:ext uri="{FF2B5EF4-FFF2-40B4-BE49-F238E27FC236}">
                <a16:creationId xmlns:a16="http://schemas.microsoft.com/office/drawing/2014/main" id="{9C121216-9471-824E-B653-F9027B3EAB9F}"/>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7762240" y="6243770"/>
            <a:ext cx="1381760" cy="611181"/>
          </a:xfrm>
          <a:prstGeom prst="rect">
            <a:avLst/>
          </a:prstGeom>
        </p:spPr>
      </p:pic>
      <p:sp>
        <p:nvSpPr>
          <p:cNvPr id="5" name="Slide Number Placeholder 8">
            <a:extLst>
              <a:ext uri="{FF2B5EF4-FFF2-40B4-BE49-F238E27FC236}">
                <a16:creationId xmlns:a16="http://schemas.microsoft.com/office/drawing/2014/main" id="{4DC8EFA1-2CC8-6E4A-BE5C-E5D61620FB6D}"/>
              </a:ext>
            </a:extLst>
          </p:cNvPr>
          <p:cNvSpPr>
            <a:spLocks noGrp="1"/>
          </p:cNvSpPr>
          <p:nvPr>
            <p:ph type="sldNum" sz="quarter" idx="4"/>
          </p:nvPr>
        </p:nvSpPr>
        <p:spPr>
          <a:xfrm>
            <a:off x="153986" y="6398247"/>
            <a:ext cx="557451" cy="211772"/>
          </a:xfrm>
          <a:prstGeom prst="rect">
            <a:avLst/>
          </a:prstGeom>
        </p:spPr>
        <p:txBody>
          <a:bodyPr anchor="ctr"/>
          <a:lstStyle>
            <a:lvl1pPr algn="l">
              <a:defRPr sz="825" b="1">
                <a:solidFill>
                  <a:schemeClr val="bg1"/>
                </a:solidFill>
              </a:defRPr>
            </a:lvl1pPr>
          </a:lstStyle>
          <a:p>
            <a:fld id="{46BF1EBB-2685-694C-AA6D-94641DBBC502}" type="slidenum">
              <a:rPr lang="en-US" smtClean="0"/>
              <a:pPr/>
              <a:t>‹#›</a:t>
            </a:fld>
            <a:endParaRPr lang="en-US" dirty="0"/>
          </a:p>
        </p:txBody>
      </p:sp>
    </p:spTree>
    <p:extLst>
      <p:ext uri="{BB962C8B-B14F-4D97-AF65-F5344CB8AC3E}">
        <p14:creationId xmlns:p14="http://schemas.microsoft.com/office/powerpoint/2010/main" val="33073774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EBB8609-3E66-5943-BDAB-1E09EE7433C0}"/>
              </a:ext>
            </a:extLst>
          </p:cNvPr>
          <p:cNvSpPr/>
          <p:nvPr userDrawn="1"/>
        </p:nvSpPr>
        <p:spPr>
          <a:xfrm>
            <a:off x="146649" y="793630"/>
            <a:ext cx="8876581" cy="2329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screenshot of a computer&#10;&#10;Description automatically generated with medium confidence">
            <a:extLst>
              <a:ext uri="{FF2B5EF4-FFF2-40B4-BE49-F238E27FC236}">
                <a16:creationId xmlns:a16="http://schemas.microsoft.com/office/drawing/2014/main" id="{F2194DF6-95AD-3643-8ACF-47783186B1C6}"/>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7762240" y="6243770"/>
            <a:ext cx="1381760" cy="611181"/>
          </a:xfrm>
          <a:prstGeom prst="rect">
            <a:avLst/>
          </a:prstGeom>
        </p:spPr>
      </p:pic>
      <p:sp>
        <p:nvSpPr>
          <p:cNvPr id="4" name="Slide Number Placeholder 8">
            <a:extLst>
              <a:ext uri="{FF2B5EF4-FFF2-40B4-BE49-F238E27FC236}">
                <a16:creationId xmlns:a16="http://schemas.microsoft.com/office/drawing/2014/main" id="{A9648333-5909-1C40-81E8-C1A964EE210E}"/>
              </a:ext>
            </a:extLst>
          </p:cNvPr>
          <p:cNvSpPr>
            <a:spLocks noGrp="1"/>
          </p:cNvSpPr>
          <p:nvPr>
            <p:ph type="sldNum" sz="quarter" idx="4"/>
          </p:nvPr>
        </p:nvSpPr>
        <p:spPr>
          <a:xfrm>
            <a:off x="153986" y="6398247"/>
            <a:ext cx="557451" cy="211772"/>
          </a:xfrm>
          <a:prstGeom prst="rect">
            <a:avLst/>
          </a:prstGeom>
        </p:spPr>
        <p:txBody>
          <a:bodyPr anchor="ctr"/>
          <a:lstStyle>
            <a:lvl1pPr algn="l">
              <a:defRPr sz="825" b="1">
                <a:solidFill>
                  <a:schemeClr val="bg1"/>
                </a:solidFill>
              </a:defRPr>
            </a:lvl1pPr>
          </a:lstStyle>
          <a:p>
            <a:fld id="{46BF1EBB-2685-694C-AA6D-94641DBBC502}" type="slidenum">
              <a:rPr lang="en-US" smtClean="0"/>
              <a:pPr/>
              <a:t>‹#›</a:t>
            </a:fld>
            <a:endParaRPr lang="en-US" dirty="0"/>
          </a:p>
        </p:txBody>
      </p:sp>
    </p:spTree>
    <p:extLst>
      <p:ext uri="{BB962C8B-B14F-4D97-AF65-F5344CB8AC3E}">
        <p14:creationId xmlns:p14="http://schemas.microsoft.com/office/powerpoint/2010/main" val="33012779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a:extLst>
              <a:ext uri="{FF2B5EF4-FFF2-40B4-BE49-F238E27FC236}">
                <a16:creationId xmlns:a16="http://schemas.microsoft.com/office/drawing/2014/main" id="{3F0592B4-4D9B-E546-90AF-44ADD9F4A665}"/>
              </a:ext>
            </a:extLst>
          </p:cNvPr>
          <p:cNvSpPr>
            <a:spLocks noGrp="1"/>
          </p:cNvSpPr>
          <p:nvPr>
            <p:ph type="body" orient="vert" idx="1"/>
          </p:nvPr>
        </p:nvSpPr>
        <p:spPr>
          <a:xfrm>
            <a:off x="222421" y="1026543"/>
            <a:ext cx="8741788" cy="498817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itle Placeholder 1">
            <a:extLst>
              <a:ext uri="{FF2B5EF4-FFF2-40B4-BE49-F238E27FC236}">
                <a16:creationId xmlns:a16="http://schemas.microsoft.com/office/drawing/2014/main" id="{E30F6B22-AF49-324F-BCC6-6449F7BE87E2}"/>
              </a:ext>
            </a:extLst>
          </p:cNvPr>
          <p:cNvSpPr>
            <a:spLocks noGrp="1"/>
          </p:cNvSpPr>
          <p:nvPr>
            <p:ph type="title"/>
          </p:nvPr>
        </p:nvSpPr>
        <p:spPr>
          <a:xfrm>
            <a:off x="222421" y="0"/>
            <a:ext cx="8741788" cy="914400"/>
          </a:xfrm>
          <a:prstGeom prst="rect">
            <a:avLst/>
          </a:prstGeom>
        </p:spPr>
        <p:txBody>
          <a:bodyPr vert="horz" lIns="91440" tIns="45720" rIns="91440" bIns="45720" rtlCol="0" anchor="ctr">
            <a:normAutofit/>
          </a:bodyPr>
          <a:lstStyle/>
          <a:p>
            <a:r>
              <a:rPr lang="en-US" dirty="0"/>
              <a:t>Click to edit Master title style</a:t>
            </a:r>
          </a:p>
        </p:txBody>
      </p:sp>
      <p:pic>
        <p:nvPicPr>
          <p:cNvPr id="6" name="Picture 5" descr="A screenshot of a computer&#10;&#10;Description automatically generated with medium confidence">
            <a:extLst>
              <a:ext uri="{FF2B5EF4-FFF2-40B4-BE49-F238E27FC236}">
                <a16:creationId xmlns:a16="http://schemas.microsoft.com/office/drawing/2014/main" id="{AD42F223-E6D9-8D4B-A9CC-E7BF92E6AC3A}"/>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7762240" y="6243770"/>
            <a:ext cx="1381760" cy="611181"/>
          </a:xfrm>
          <a:prstGeom prst="rect">
            <a:avLst/>
          </a:prstGeom>
        </p:spPr>
      </p:pic>
      <p:sp>
        <p:nvSpPr>
          <p:cNvPr id="5" name="Slide Number Placeholder 8">
            <a:extLst>
              <a:ext uri="{FF2B5EF4-FFF2-40B4-BE49-F238E27FC236}">
                <a16:creationId xmlns:a16="http://schemas.microsoft.com/office/drawing/2014/main" id="{6CD5B5AF-CCB3-734B-8EDC-4B0057E85D16}"/>
              </a:ext>
            </a:extLst>
          </p:cNvPr>
          <p:cNvSpPr>
            <a:spLocks noGrp="1"/>
          </p:cNvSpPr>
          <p:nvPr>
            <p:ph type="sldNum" sz="quarter" idx="4"/>
          </p:nvPr>
        </p:nvSpPr>
        <p:spPr>
          <a:xfrm>
            <a:off x="153986" y="6398247"/>
            <a:ext cx="557451" cy="211772"/>
          </a:xfrm>
          <a:prstGeom prst="rect">
            <a:avLst/>
          </a:prstGeom>
        </p:spPr>
        <p:txBody>
          <a:bodyPr anchor="ctr"/>
          <a:lstStyle>
            <a:lvl1pPr algn="l">
              <a:defRPr sz="825" b="1">
                <a:solidFill>
                  <a:schemeClr val="bg1"/>
                </a:solidFill>
              </a:defRPr>
            </a:lvl1pPr>
          </a:lstStyle>
          <a:p>
            <a:fld id="{46BF1EBB-2685-694C-AA6D-94641DBBC502}" type="slidenum">
              <a:rPr lang="en-US" smtClean="0"/>
              <a:pPr/>
              <a:t>‹#›</a:t>
            </a:fld>
            <a:endParaRPr lang="en-US" dirty="0"/>
          </a:p>
        </p:txBody>
      </p:sp>
    </p:spTree>
    <p:extLst>
      <p:ext uri="{BB962C8B-B14F-4D97-AF65-F5344CB8AC3E}">
        <p14:creationId xmlns:p14="http://schemas.microsoft.com/office/powerpoint/2010/main" val="19865968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CDD8B88-ADE7-A245-A664-F2681C9C84A8}"/>
              </a:ext>
            </a:extLst>
          </p:cNvPr>
          <p:cNvSpPr>
            <a:spLocks noGrp="1"/>
          </p:cNvSpPr>
          <p:nvPr>
            <p:ph type="title" orient="vert"/>
          </p:nvPr>
        </p:nvSpPr>
        <p:spPr>
          <a:xfrm>
            <a:off x="8057072" y="992037"/>
            <a:ext cx="914400" cy="5022685"/>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CD0460B-E8D3-7440-A74B-5ED250D2AA32}"/>
              </a:ext>
            </a:extLst>
          </p:cNvPr>
          <p:cNvSpPr>
            <a:spLocks noGrp="1"/>
          </p:cNvSpPr>
          <p:nvPr>
            <p:ph type="body" orient="vert" idx="1"/>
          </p:nvPr>
        </p:nvSpPr>
        <p:spPr>
          <a:xfrm>
            <a:off x="232913" y="992038"/>
            <a:ext cx="7746521" cy="5022684"/>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5" name="Picture 4" descr="A screenshot of a computer&#10;&#10;Description automatically generated with medium confidence">
            <a:extLst>
              <a:ext uri="{FF2B5EF4-FFF2-40B4-BE49-F238E27FC236}">
                <a16:creationId xmlns:a16="http://schemas.microsoft.com/office/drawing/2014/main" id="{57377DB8-9751-3141-810C-C947026D08C9}"/>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7762240" y="6243770"/>
            <a:ext cx="1381760" cy="611181"/>
          </a:xfrm>
          <a:prstGeom prst="rect">
            <a:avLst/>
          </a:prstGeom>
        </p:spPr>
      </p:pic>
      <p:sp>
        <p:nvSpPr>
          <p:cNvPr id="6" name="Slide Number Placeholder 8">
            <a:extLst>
              <a:ext uri="{FF2B5EF4-FFF2-40B4-BE49-F238E27FC236}">
                <a16:creationId xmlns:a16="http://schemas.microsoft.com/office/drawing/2014/main" id="{6FAC328F-0211-0243-910E-0D62AE27BEF6}"/>
              </a:ext>
            </a:extLst>
          </p:cNvPr>
          <p:cNvSpPr>
            <a:spLocks noGrp="1"/>
          </p:cNvSpPr>
          <p:nvPr>
            <p:ph type="sldNum" sz="quarter" idx="4"/>
          </p:nvPr>
        </p:nvSpPr>
        <p:spPr>
          <a:xfrm>
            <a:off x="153986" y="6398247"/>
            <a:ext cx="557451" cy="211772"/>
          </a:xfrm>
          <a:prstGeom prst="rect">
            <a:avLst/>
          </a:prstGeom>
        </p:spPr>
        <p:txBody>
          <a:bodyPr anchor="ctr"/>
          <a:lstStyle>
            <a:lvl1pPr algn="l">
              <a:defRPr sz="825" b="1">
                <a:solidFill>
                  <a:schemeClr val="bg1"/>
                </a:solidFill>
              </a:defRPr>
            </a:lvl1pPr>
          </a:lstStyle>
          <a:p>
            <a:fld id="{46BF1EBB-2685-694C-AA6D-94641DBBC502}" type="slidenum">
              <a:rPr lang="en-US" smtClean="0"/>
              <a:pPr/>
              <a:t>‹#›</a:t>
            </a:fld>
            <a:endParaRPr lang="en-US" dirty="0"/>
          </a:p>
        </p:txBody>
      </p:sp>
    </p:spTree>
    <p:extLst>
      <p:ext uri="{BB962C8B-B14F-4D97-AF65-F5344CB8AC3E}">
        <p14:creationId xmlns:p14="http://schemas.microsoft.com/office/powerpoint/2010/main" val="32971850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48D380-CF62-9740-9580-E586B5027AA4}"/>
              </a:ext>
            </a:extLst>
          </p:cNvPr>
          <p:cNvSpPr>
            <a:spLocks noGrp="1"/>
          </p:cNvSpPr>
          <p:nvPr>
            <p:ph type="ctrTitle"/>
          </p:nvPr>
        </p:nvSpPr>
        <p:spPr>
          <a:xfrm>
            <a:off x="1143000" y="1122363"/>
            <a:ext cx="6858000" cy="2387600"/>
          </a:xfrm>
        </p:spPr>
        <p:txBody>
          <a:bodyPr anchor="b">
            <a:normAutofit/>
          </a:bodyPr>
          <a:lstStyle>
            <a:lvl1pPr algn="ctr">
              <a:defRPr sz="4000"/>
            </a:lvl1pPr>
          </a:lstStyle>
          <a:p>
            <a:r>
              <a:rPr lang="en-US" dirty="0"/>
              <a:t>Click to edit Master title style</a:t>
            </a:r>
          </a:p>
        </p:txBody>
      </p:sp>
      <p:sp>
        <p:nvSpPr>
          <p:cNvPr id="3" name="Subtitle 2">
            <a:extLst>
              <a:ext uri="{FF2B5EF4-FFF2-40B4-BE49-F238E27FC236}">
                <a16:creationId xmlns:a16="http://schemas.microsoft.com/office/drawing/2014/main" id="{D1DB8641-A8EF-9C46-984D-10E6A08D6181}"/>
              </a:ext>
            </a:extLst>
          </p:cNvPr>
          <p:cNvSpPr>
            <a:spLocks noGrp="1"/>
          </p:cNvSpPr>
          <p:nvPr>
            <p:ph type="subTitle" idx="1"/>
          </p:nvPr>
        </p:nvSpPr>
        <p:spPr>
          <a:xfrm>
            <a:off x="1143000" y="3602038"/>
            <a:ext cx="6858000" cy="1655762"/>
          </a:xfrm>
        </p:spPr>
        <p:txBody>
          <a:bodyPr/>
          <a:lstStyle>
            <a:lvl1pPr marL="0" indent="0" algn="ctr">
              <a:buNone/>
              <a:defRPr sz="240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6" name="Slide Number Placeholder 5">
            <a:extLst>
              <a:ext uri="{FF2B5EF4-FFF2-40B4-BE49-F238E27FC236}">
                <a16:creationId xmlns:a16="http://schemas.microsoft.com/office/drawing/2014/main" id="{591C5699-2856-1D43-8E87-F7863B7AC273}"/>
              </a:ext>
            </a:extLst>
          </p:cNvPr>
          <p:cNvSpPr>
            <a:spLocks noGrp="1"/>
          </p:cNvSpPr>
          <p:nvPr>
            <p:ph type="sldNum" sz="quarter" idx="12"/>
          </p:nvPr>
        </p:nvSpPr>
        <p:spPr/>
        <p:txBody>
          <a:bodyPr/>
          <a:lstStyle/>
          <a:p>
            <a:fld id="{80334390-3C0C-5D41-AF0E-F04ACB464AC6}" type="slidenum">
              <a:rPr lang="en-US" smtClean="0"/>
              <a:t>‹#›</a:t>
            </a:fld>
            <a:endParaRPr lang="en-US"/>
          </a:p>
        </p:txBody>
      </p:sp>
      <p:sp>
        <p:nvSpPr>
          <p:cNvPr id="7" name="Rectangle 6">
            <a:extLst>
              <a:ext uri="{FF2B5EF4-FFF2-40B4-BE49-F238E27FC236}">
                <a16:creationId xmlns:a16="http://schemas.microsoft.com/office/drawing/2014/main" id="{66E31812-2079-FB4B-B939-9A023F8C90AC}"/>
              </a:ext>
            </a:extLst>
          </p:cNvPr>
          <p:cNvSpPr/>
          <p:nvPr userDrawn="1"/>
        </p:nvSpPr>
        <p:spPr>
          <a:xfrm>
            <a:off x="146649" y="793630"/>
            <a:ext cx="8876581" cy="2329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A screenshot of a computer&#10;&#10;Description automatically generated with medium confidence">
            <a:extLst>
              <a:ext uri="{FF2B5EF4-FFF2-40B4-BE49-F238E27FC236}">
                <a16:creationId xmlns:a16="http://schemas.microsoft.com/office/drawing/2014/main" id="{6C475636-B612-2B4D-8840-9105911430C4}"/>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7762240" y="6243770"/>
            <a:ext cx="1381760" cy="611181"/>
          </a:xfrm>
          <a:prstGeom prst="rect">
            <a:avLst/>
          </a:prstGeom>
        </p:spPr>
      </p:pic>
    </p:spTree>
    <p:extLst>
      <p:ext uri="{BB962C8B-B14F-4D97-AF65-F5344CB8AC3E}">
        <p14:creationId xmlns:p14="http://schemas.microsoft.com/office/powerpoint/2010/main" val="40028668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losing Slide-aps">
    <p:spTree>
      <p:nvGrpSpPr>
        <p:cNvPr id="1" name=""/>
        <p:cNvGrpSpPr/>
        <p:nvPr/>
      </p:nvGrpSpPr>
      <p:grpSpPr>
        <a:xfrm>
          <a:off x="0" y="0"/>
          <a:ext cx="0" cy="0"/>
          <a:chOff x="0" y="0"/>
          <a:chExt cx="0" cy="0"/>
        </a:xfrm>
      </p:grpSpPr>
      <p:sp>
        <p:nvSpPr>
          <p:cNvPr id="8" name="Title Placeholder 1">
            <a:extLst>
              <a:ext uri="{FF2B5EF4-FFF2-40B4-BE49-F238E27FC236}">
                <a16:creationId xmlns:a16="http://schemas.microsoft.com/office/drawing/2014/main" id="{9FFA7191-077E-9441-AB31-1B4FA0DCFC72}"/>
              </a:ext>
            </a:extLst>
          </p:cNvPr>
          <p:cNvSpPr>
            <a:spLocks noGrp="1"/>
          </p:cNvSpPr>
          <p:nvPr>
            <p:ph type="title"/>
          </p:nvPr>
        </p:nvSpPr>
        <p:spPr>
          <a:xfrm>
            <a:off x="605401" y="1195968"/>
            <a:ext cx="7953740" cy="1022221"/>
          </a:xfrm>
          <a:prstGeom prst="rect">
            <a:avLst/>
          </a:prstGeom>
        </p:spPr>
        <p:txBody>
          <a:bodyPr vert="horz" lIns="91440" tIns="45720" rIns="91440" bIns="45720" rtlCol="0" anchor="ctr">
            <a:normAutofit/>
          </a:bodyPr>
          <a:lstStyle>
            <a:lvl1pPr algn="ctr">
              <a:defRPr/>
            </a:lvl1pPr>
          </a:lstStyle>
          <a:p>
            <a:r>
              <a:rPr lang="en-US" dirty="0"/>
              <a:t>Click to edit Master title style</a:t>
            </a:r>
          </a:p>
        </p:txBody>
      </p:sp>
      <p:pic>
        <p:nvPicPr>
          <p:cNvPr id="4" name="Picture 3">
            <a:extLst>
              <a:ext uri="{FF2B5EF4-FFF2-40B4-BE49-F238E27FC236}">
                <a16:creationId xmlns:a16="http://schemas.microsoft.com/office/drawing/2014/main" id="{0ABF2872-50C7-0142-95D8-E04366837C88}"/>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0" y="3048"/>
            <a:ext cx="9144000" cy="6851904"/>
          </a:xfrm>
          <a:prstGeom prst="rect">
            <a:avLst/>
          </a:prstGeom>
        </p:spPr>
      </p:pic>
    </p:spTree>
    <p:extLst>
      <p:ext uri="{BB962C8B-B14F-4D97-AF65-F5344CB8AC3E}">
        <p14:creationId xmlns:p14="http://schemas.microsoft.com/office/powerpoint/2010/main" val="22950687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Half Photo/Half Content-APS">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B051FB34-48A7-204A-860B-7B02B3B9B22F}"/>
              </a:ext>
            </a:extLst>
          </p:cNvPr>
          <p:cNvSpPr>
            <a:spLocks noGrp="1"/>
          </p:cNvSpPr>
          <p:nvPr>
            <p:ph type="pic" idx="1"/>
          </p:nvPr>
        </p:nvSpPr>
        <p:spPr>
          <a:xfrm>
            <a:off x="0" y="0"/>
            <a:ext cx="3886200" cy="6434352"/>
          </a:xfrm>
          <a:prstGeom prst="rect">
            <a:avLst/>
          </a:prstGeo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8" name="Title Placeholder 1">
            <a:extLst>
              <a:ext uri="{FF2B5EF4-FFF2-40B4-BE49-F238E27FC236}">
                <a16:creationId xmlns:a16="http://schemas.microsoft.com/office/drawing/2014/main" id="{D2752DDC-12BE-D649-BC9B-3DADDF5242C4}"/>
              </a:ext>
            </a:extLst>
          </p:cNvPr>
          <p:cNvSpPr>
            <a:spLocks noGrp="1"/>
          </p:cNvSpPr>
          <p:nvPr>
            <p:ph type="title"/>
          </p:nvPr>
        </p:nvSpPr>
        <p:spPr>
          <a:xfrm>
            <a:off x="4061460" y="0"/>
            <a:ext cx="4457700" cy="888521"/>
          </a:xfrm>
          <a:prstGeom prst="rect">
            <a:avLst/>
          </a:prstGeom>
        </p:spPr>
        <p:txBody>
          <a:bodyPr vert="horz" lIns="91440" tIns="45720" rIns="91440" bIns="45720" rtlCol="0" anchor="ctr">
            <a:normAutofit/>
          </a:bodyPr>
          <a:lstStyle>
            <a:lvl1pPr>
              <a:defRPr sz="2400"/>
            </a:lvl1pPr>
          </a:lstStyle>
          <a:p>
            <a:r>
              <a:rPr lang="en-US" dirty="0"/>
              <a:t>Click to edit Master title style</a:t>
            </a:r>
          </a:p>
        </p:txBody>
      </p:sp>
      <p:sp>
        <p:nvSpPr>
          <p:cNvPr id="11" name="Content Placeholder 2">
            <a:extLst>
              <a:ext uri="{FF2B5EF4-FFF2-40B4-BE49-F238E27FC236}">
                <a16:creationId xmlns:a16="http://schemas.microsoft.com/office/drawing/2014/main" id="{40E8294B-CA53-9A4B-A503-C41048916B4D}"/>
              </a:ext>
            </a:extLst>
          </p:cNvPr>
          <p:cNvSpPr>
            <a:spLocks noGrp="1"/>
          </p:cNvSpPr>
          <p:nvPr>
            <p:ph idx="10"/>
          </p:nvPr>
        </p:nvSpPr>
        <p:spPr>
          <a:xfrm>
            <a:off x="4061460" y="1017918"/>
            <a:ext cx="4457700" cy="5115464"/>
          </a:xfrm>
          <a:prstGeom prst="rect">
            <a:avLst/>
          </a:prstGeom>
        </p:spPr>
        <p:txBody>
          <a:bodyPr/>
          <a:lstStyle>
            <a:lvl1pPr>
              <a:defRPr sz="2000"/>
            </a:lvl1pPr>
            <a:lvl2pPr>
              <a:defRPr sz="1800"/>
            </a:lvl2pPr>
            <a:lvl3pPr>
              <a:defRPr sz="1600"/>
            </a:lvl3pPr>
            <a:lvl4pPr>
              <a:defRPr sz="1400"/>
            </a:lvl4pPr>
            <a:lvl5pPr>
              <a:defRPr sz="1400"/>
            </a:lvl5pPr>
            <a:lvl6pPr>
              <a:defRPr sz="1500"/>
            </a:lvl6pPr>
            <a:lvl7pPr>
              <a:defRPr sz="1500"/>
            </a:lvl7pPr>
            <a:lvl8pPr>
              <a:defRPr sz="1500"/>
            </a:lvl8pPr>
            <a:lvl9pPr>
              <a:defRPr sz="15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9" name="Picture 8" descr="A screenshot of a computer&#10;&#10;Description automatically generated with medium confidence">
            <a:extLst>
              <a:ext uri="{FF2B5EF4-FFF2-40B4-BE49-F238E27FC236}">
                <a16:creationId xmlns:a16="http://schemas.microsoft.com/office/drawing/2014/main" id="{906B0ADE-8E4F-4142-A169-8F9E2601F51F}"/>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7762240" y="6243770"/>
            <a:ext cx="1381760" cy="611181"/>
          </a:xfrm>
          <a:prstGeom prst="rect">
            <a:avLst/>
          </a:prstGeom>
        </p:spPr>
      </p:pic>
      <p:sp>
        <p:nvSpPr>
          <p:cNvPr id="7" name="Slide Number Placeholder 8">
            <a:extLst>
              <a:ext uri="{FF2B5EF4-FFF2-40B4-BE49-F238E27FC236}">
                <a16:creationId xmlns:a16="http://schemas.microsoft.com/office/drawing/2014/main" id="{AE7A651A-BD1E-7C4B-B530-F115ADDB71F5}"/>
              </a:ext>
            </a:extLst>
          </p:cNvPr>
          <p:cNvSpPr>
            <a:spLocks noGrp="1"/>
          </p:cNvSpPr>
          <p:nvPr>
            <p:ph type="sldNum" sz="quarter" idx="4"/>
          </p:nvPr>
        </p:nvSpPr>
        <p:spPr>
          <a:xfrm>
            <a:off x="153986" y="6398247"/>
            <a:ext cx="557451" cy="211772"/>
          </a:xfrm>
          <a:prstGeom prst="rect">
            <a:avLst/>
          </a:prstGeom>
        </p:spPr>
        <p:txBody>
          <a:bodyPr anchor="ctr"/>
          <a:lstStyle>
            <a:lvl1pPr algn="l">
              <a:defRPr sz="825" b="1">
                <a:solidFill>
                  <a:schemeClr val="bg1"/>
                </a:solidFill>
              </a:defRPr>
            </a:lvl1pPr>
          </a:lstStyle>
          <a:p>
            <a:fld id="{46BF1EBB-2685-694C-AA6D-94641DBBC502}" type="slidenum">
              <a:rPr lang="en-US" smtClean="0"/>
              <a:pPr/>
              <a:t>‹#›</a:t>
            </a:fld>
            <a:endParaRPr lang="en-US" dirty="0"/>
          </a:p>
        </p:txBody>
      </p:sp>
    </p:spTree>
    <p:extLst>
      <p:ext uri="{BB962C8B-B14F-4D97-AF65-F5344CB8AC3E}">
        <p14:creationId xmlns:p14="http://schemas.microsoft.com/office/powerpoint/2010/main" val="16719940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Photo with caption/Content-APS">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B051FB34-48A7-204A-860B-7B02B3B9B22F}"/>
              </a:ext>
            </a:extLst>
          </p:cNvPr>
          <p:cNvSpPr>
            <a:spLocks noGrp="1"/>
          </p:cNvSpPr>
          <p:nvPr>
            <p:ph type="pic" idx="1"/>
          </p:nvPr>
        </p:nvSpPr>
        <p:spPr>
          <a:xfrm>
            <a:off x="0" y="-1"/>
            <a:ext cx="3886200" cy="4987883"/>
          </a:xfrm>
          <a:prstGeom prst="rect">
            <a:avLst/>
          </a:prstGeo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2" name="Rectangle 1">
            <a:extLst>
              <a:ext uri="{FF2B5EF4-FFF2-40B4-BE49-F238E27FC236}">
                <a16:creationId xmlns:a16="http://schemas.microsoft.com/office/drawing/2014/main" id="{35EEC9DE-342F-894F-A5E9-AB1609F44C68}"/>
              </a:ext>
            </a:extLst>
          </p:cNvPr>
          <p:cNvSpPr/>
          <p:nvPr userDrawn="1"/>
        </p:nvSpPr>
        <p:spPr>
          <a:xfrm>
            <a:off x="0" y="4987883"/>
            <a:ext cx="3886199" cy="145101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9" name="Picture 8" descr="A screenshot of a computer&#10;&#10;Description automatically generated with medium confidence">
            <a:extLst>
              <a:ext uri="{FF2B5EF4-FFF2-40B4-BE49-F238E27FC236}">
                <a16:creationId xmlns:a16="http://schemas.microsoft.com/office/drawing/2014/main" id="{5EDF2AD6-B444-9F49-A1C4-98A53D190311}"/>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7762240" y="6243770"/>
            <a:ext cx="1381760" cy="611181"/>
          </a:xfrm>
          <a:prstGeom prst="rect">
            <a:avLst/>
          </a:prstGeom>
        </p:spPr>
      </p:pic>
      <p:sp>
        <p:nvSpPr>
          <p:cNvPr id="10" name="Title Placeholder 1">
            <a:extLst>
              <a:ext uri="{FF2B5EF4-FFF2-40B4-BE49-F238E27FC236}">
                <a16:creationId xmlns:a16="http://schemas.microsoft.com/office/drawing/2014/main" id="{5D04AB65-D29B-B944-87E6-61C7EB5C4866}"/>
              </a:ext>
            </a:extLst>
          </p:cNvPr>
          <p:cNvSpPr>
            <a:spLocks noGrp="1"/>
          </p:cNvSpPr>
          <p:nvPr>
            <p:ph type="title"/>
          </p:nvPr>
        </p:nvSpPr>
        <p:spPr>
          <a:xfrm>
            <a:off x="4061460" y="0"/>
            <a:ext cx="4457700" cy="888521"/>
          </a:xfrm>
          <a:prstGeom prst="rect">
            <a:avLst/>
          </a:prstGeom>
        </p:spPr>
        <p:txBody>
          <a:bodyPr vert="horz" lIns="91440" tIns="45720" rIns="91440" bIns="45720" rtlCol="0" anchor="ctr">
            <a:normAutofit/>
          </a:bodyPr>
          <a:lstStyle>
            <a:lvl1pPr>
              <a:defRPr sz="2400"/>
            </a:lvl1pPr>
          </a:lstStyle>
          <a:p>
            <a:r>
              <a:rPr lang="en-US" dirty="0"/>
              <a:t>Click to edit Master title style</a:t>
            </a:r>
          </a:p>
        </p:txBody>
      </p:sp>
      <p:sp>
        <p:nvSpPr>
          <p:cNvPr id="12" name="Content Placeholder 2">
            <a:extLst>
              <a:ext uri="{FF2B5EF4-FFF2-40B4-BE49-F238E27FC236}">
                <a16:creationId xmlns:a16="http://schemas.microsoft.com/office/drawing/2014/main" id="{6572D7CC-834F-0446-937F-635FA5251A99}"/>
              </a:ext>
            </a:extLst>
          </p:cNvPr>
          <p:cNvSpPr>
            <a:spLocks noGrp="1"/>
          </p:cNvSpPr>
          <p:nvPr>
            <p:ph idx="10"/>
          </p:nvPr>
        </p:nvSpPr>
        <p:spPr>
          <a:xfrm>
            <a:off x="4061460" y="1017918"/>
            <a:ext cx="4457700" cy="5115464"/>
          </a:xfrm>
          <a:prstGeom prst="rect">
            <a:avLst/>
          </a:prstGeom>
        </p:spPr>
        <p:txBody>
          <a:bodyPr/>
          <a:lstStyle>
            <a:lvl1pPr>
              <a:defRPr sz="2000"/>
            </a:lvl1pPr>
            <a:lvl2pPr>
              <a:defRPr sz="1800"/>
            </a:lvl2pPr>
            <a:lvl3pPr>
              <a:defRPr sz="1600"/>
            </a:lvl3pPr>
            <a:lvl4pPr>
              <a:defRPr sz="1400"/>
            </a:lvl4pPr>
            <a:lvl5pPr>
              <a:defRPr sz="1400"/>
            </a:lvl5pPr>
            <a:lvl6pPr>
              <a:defRPr sz="1500"/>
            </a:lvl6pPr>
            <a:lvl7pPr>
              <a:defRPr sz="1500"/>
            </a:lvl7pPr>
            <a:lvl8pPr>
              <a:defRPr sz="1500"/>
            </a:lvl8pPr>
            <a:lvl9pPr>
              <a:defRPr sz="15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Slide Number Placeholder 8">
            <a:extLst>
              <a:ext uri="{FF2B5EF4-FFF2-40B4-BE49-F238E27FC236}">
                <a16:creationId xmlns:a16="http://schemas.microsoft.com/office/drawing/2014/main" id="{97C9E80D-717A-D342-8E7D-D0B41A013950}"/>
              </a:ext>
            </a:extLst>
          </p:cNvPr>
          <p:cNvSpPr>
            <a:spLocks noGrp="1"/>
          </p:cNvSpPr>
          <p:nvPr>
            <p:ph type="sldNum" sz="quarter" idx="4"/>
          </p:nvPr>
        </p:nvSpPr>
        <p:spPr>
          <a:xfrm>
            <a:off x="153986" y="6398247"/>
            <a:ext cx="557451" cy="211772"/>
          </a:xfrm>
          <a:prstGeom prst="rect">
            <a:avLst/>
          </a:prstGeom>
        </p:spPr>
        <p:txBody>
          <a:bodyPr anchor="ctr"/>
          <a:lstStyle>
            <a:lvl1pPr algn="l">
              <a:defRPr sz="825" b="1">
                <a:solidFill>
                  <a:schemeClr val="bg1"/>
                </a:solidFill>
              </a:defRPr>
            </a:lvl1pPr>
          </a:lstStyle>
          <a:p>
            <a:fld id="{46BF1EBB-2685-694C-AA6D-94641DBBC502}" type="slidenum">
              <a:rPr lang="en-US" smtClean="0"/>
              <a:pPr/>
              <a:t>‹#›</a:t>
            </a:fld>
            <a:endParaRPr lang="en-US" dirty="0"/>
          </a:p>
        </p:txBody>
      </p:sp>
    </p:spTree>
    <p:extLst>
      <p:ext uri="{BB962C8B-B14F-4D97-AF65-F5344CB8AC3E}">
        <p14:creationId xmlns:p14="http://schemas.microsoft.com/office/powerpoint/2010/main" val="34613560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Half Photo/Half Content-APS">
    <p:spTree>
      <p:nvGrpSpPr>
        <p:cNvPr id="1" name=""/>
        <p:cNvGrpSpPr/>
        <p:nvPr/>
      </p:nvGrpSpPr>
      <p:grpSpPr>
        <a:xfrm>
          <a:off x="0" y="0"/>
          <a:ext cx="0" cy="0"/>
          <a:chOff x="0" y="0"/>
          <a:chExt cx="0" cy="0"/>
        </a:xfrm>
      </p:grpSpPr>
    </p:spTree>
    <p:extLst>
      <p:ext uri="{BB962C8B-B14F-4D97-AF65-F5344CB8AC3E}">
        <p14:creationId xmlns:p14="http://schemas.microsoft.com/office/powerpoint/2010/main" val="308980358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 Id="rId11"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slideLayout" Target="../slideLayouts/slideLayout11.xml"/><Relationship Id="rId3" Type="http://schemas.openxmlformats.org/officeDocument/2006/relationships/theme" Target="../theme/theme2.xml"/><Relationship Id="rId4" Type="http://schemas.openxmlformats.org/officeDocument/2006/relationships/image" Target="../media/image4.png"/></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4" name="Picture 3" descr="Text&#10;&#10;Description automatically generated">
            <a:extLst>
              <a:ext uri="{FF2B5EF4-FFF2-40B4-BE49-F238E27FC236}">
                <a16:creationId xmlns:a16="http://schemas.microsoft.com/office/drawing/2014/main" id="{0CDD5298-8AFB-0B40-9C2A-F2B59914C7A8}"/>
              </a:ext>
            </a:extLst>
          </p:cNvPr>
          <p:cNvPicPr>
            <a:picLocks noChangeAspect="1"/>
          </p:cNvPicPr>
          <p:nvPr userDrawn="1"/>
        </p:nvPicPr>
        <p:blipFill>
          <a:blip r:embed="rId11" cstate="email">
            <a:extLst>
              <a:ext uri="{28A0092B-C50C-407E-A947-70E740481C1C}">
                <a14:useLocalDpi xmlns:a14="http://schemas.microsoft.com/office/drawing/2010/main"/>
              </a:ext>
            </a:extLst>
          </a:blip>
          <a:stretch>
            <a:fillRect/>
          </a:stretch>
        </p:blipFill>
        <p:spPr>
          <a:xfrm>
            <a:off x="0" y="3048"/>
            <a:ext cx="9144000" cy="6851904"/>
          </a:xfrm>
          <a:prstGeom prst="rect">
            <a:avLst/>
          </a:prstGeom>
        </p:spPr>
      </p:pic>
      <p:sp>
        <p:nvSpPr>
          <p:cNvPr id="8" name="Title Placeholder 1">
            <a:extLst>
              <a:ext uri="{FF2B5EF4-FFF2-40B4-BE49-F238E27FC236}">
                <a16:creationId xmlns:a16="http://schemas.microsoft.com/office/drawing/2014/main" id="{FCDD461D-8D1E-B646-B13B-FB291BD66EBE}"/>
              </a:ext>
            </a:extLst>
          </p:cNvPr>
          <p:cNvSpPr>
            <a:spLocks noGrp="1"/>
          </p:cNvSpPr>
          <p:nvPr>
            <p:ph type="title"/>
          </p:nvPr>
        </p:nvSpPr>
        <p:spPr>
          <a:xfrm>
            <a:off x="222421" y="-3868"/>
            <a:ext cx="8741788" cy="847148"/>
          </a:xfrm>
          <a:prstGeom prst="rect">
            <a:avLst/>
          </a:prstGeom>
        </p:spPr>
        <p:txBody>
          <a:bodyPr vert="horz" lIns="91440" tIns="45720" rIns="91440" bIns="45720" rtlCol="0" anchor="ctr">
            <a:normAutofit/>
          </a:bodyPr>
          <a:lstStyle/>
          <a:p>
            <a:r>
              <a:rPr lang="en-US" dirty="0"/>
              <a:t>Click to edit Master title style</a:t>
            </a:r>
          </a:p>
        </p:txBody>
      </p:sp>
      <p:sp>
        <p:nvSpPr>
          <p:cNvPr id="9" name="Text Placeholder 2">
            <a:extLst>
              <a:ext uri="{FF2B5EF4-FFF2-40B4-BE49-F238E27FC236}">
                <a16:creationId xmlns:a16="http://schemas.microsoft.com/office/drawing/2014/main" id="{87780DAE-1504-3148-BD9F-6F2662EAC96E}"/>
              </a:ext>
            </a:extLst>
          </p:cNvPr>
          <p:cNvSpPr>
            <a:spLocks noGrp="1"/>
          </p:cNvSpPr>
          <p:nvPr>
            <p:ph type="body" idx="1"/>
          </p:nvPr>
        </p:nvSpPr>
        <p:spPr>
          <a:xfrm>
            <a:off x="222421" y="1014661"/>
            <a:ext cx="8741788" cy="500006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12" name="Straight Connector 11">
            <a:extLst>
              <a:ext uri="{FF2B5EF4-FFF2-40B4-BE49-F238E27FC236}">
                <a16:creationId xmlns:a16="http://schemas.microsoft.com/office/drawing/2014/main" id="{6EA02E3A-6B4B-9B49-8E68-CF8969AC69E1}"/>
              </a:ext>
            </a:extLst>
          </p:cNvPr>
          <p:cNvCxnSpPr>
            <a:cxnSpLocks/>
          </p:cNvCxnSpPr>
          <p:nvPr userDrawn="1"/>
        </p:nvCxnSpPr>
        <p:spPr>
          <a:xfrm>
            <a:off x="222421" y="928970"/>
            <a:ext cx="8741788"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1" name="Slide Number Placeholder 8">
            <a:extLst>
              <a:ext uri="{FF2B5EF4-FFF2-40B4-BE49-F238E27FC236}">
                <a16:creationId xmlns:a16="http://schemas.microsoft.com/office/drawing/2014/main" id="{3941BE3B-498A-8343-95BC-DCBA2B743A90}"/>
              </a:ext>
            </a:extLst>
          </p:cNvPr>
          <p:cNvSpPr>
            <a:spLocks noGrp="1"/>
          </p:cNvSpPr>
          <p:nvPr>
            <p:ph type="sldNum" sz="quarter" idx="4"/>
          </p:nvPr>
        </p:nvSpPr>
        <p:spPr>
          <a:xfrm>
            <a:off x="153986" y="6398247"/>
            <a:ext cx="557451" cy="211772"/>
          </a:xfrm>
          <a:prstGeom prst="rect">
            <a:avLst/>
          </a:prstGeom>
        </p:spPr>
        <p:txBody>
          <a:bodyPr anchor="ctr"/>
          <a:lstStyle>
            <a:lvl1pPr algn="l">
              <a:defRPr sz="825" b="1">
                <a:solidFill>
                  <a:schemeClr val="bg1"/>
                </a:solidFill>
              </a:defRPr>
            </a:lvl1pPr>
          </a:lstStyle>
          <a:p>
            <a:fld id="{46BF1EBB-2685-694C-AA6D-94641DBBC502}" type="slidenum">
              <a:rPr lang="en-US" smtClean="0"/>
              <a:pPr/>
              <a:t>‹#›</a:t>
            </a:fld>
            <a:endParaRPr lang="en-US" dirty="0"/>
          </a:p>
        </p:txBody>
      </p:sp>
      <p:sp>
        <p:nvSpPr>
          <p:cNvPr id="14" name="TextBox 13">
            <a:extLst>
              <a:ext uri="{FF2B5EF4-FFF2-40B4-BE49-F238E27FC236}">
                <a16:creationId xmlns:a16="http://schemas.microsoft.com/office/drawing/2014/main" id="{5AFEC59D-CB79-594F-9A87-220615248B8B}"/>
              </a:ext>
            </a:extLst>
          </p:cNvPr>
          <p:cNvSpPr txBox="1"/>
          <p:nvPr userDrawn="1"/>
        </p:nvSpPr>
        <p:spPr>
          <a:xfrm>
            <a:off x="780445" y="6457058"/>
            <a:ext cx="1395738" cy="163195"/>
          </a:xfrm>
          <a:prstGeom prst="rect">
            <a:avLst/>
          </a:prstGeom>
          <a:noFill/>
        </p:spPr>
        <p:txBody>
          <a:bodyPr wrap="square" lIns="0" tIns="0" rIns="0" bIns="0" rtlCol="0">
            <a:noAutofit/>
          </a:bodyPr>
          <a:lstStyle/>
          <a:p>
            <a:pPr algn="l"/>
            <a:r>
              <a:rPr lang="en-US" sz="600" b="0" dirty="0">
                <a:solidFill>
                  <a:schemeClr val="bg1"/>
                </a:solidFill>
              </a:rPr>
              <a:t>© </a:t>
            </a:r>
            <a:r>
              <a:rPr lang="en-US" sz="600" b="0" baseline="0" dirty="0">
                <a:solidFill>
                  <a:schemeClr val="bg1"/>
                </a:solidFill>
              </a:rPr>
              <a:t>2021 Adare </a:t>
            </a:r>
            <a:r>
              <a:rPr lang="en-US" sz="600" b="0" i="0" kern="1200" dirty="0">
                <a:solidFill>
                  <a:schemeClr val="bg1"/>
                </a:solidFill>
                <a:effectLst/>
                <a:latin typeface="+mn-lt"/>
                <a:ea typeface="+mn-ea"/>
                <a:cs typeface="+mn-cs"/>
              </a:rPr>
              <a:t>Pharma Solutions</a:t>
            </a:r>
          </a:p>
        </p:txBody>
      </p:sp>
    </p:spTree>
    <p:extLst>
      <p:ext uri="{BB962C8B-B14F-4D97-AF65-F5344CB8AC3E}">
        <p14:creationId xmlns:p14="http://schemas.microsoft.com/office/powerpoint/2010/main" val="3471611697"/>
      </p:ext>
    </p:extLst>
  </p:cSld>
  <p:clrMap bg1="lt1" tx1="dk1" bg2="lt2" tx2="dk2" accent1="accent1" accent2="accent2" accent3="accent3" accent4="accent4" accent5="accent5" accent6="accent6" hlink="hlink" folHlink="folHlink"/>
  <p:sldLayoutIdLst>
    <p:sldLayoutId id="2147483674" r:id="rId1"/>
    <p:sldLayoutId id="2147483802" r:id="rId2"/>
    <p:sldLayoutId id="2147483803" r:id="rId3"/>
    <p:sldLayoutId id="2147483804" r:id="rId4"/>
    <p:sldLayoutId id="2147483805" r:id="rId5"/>
    <p:sldLayoutId id="2147483808" r:id="rId6"/>
    <p:sldLayoutId id="2147483809" r:id="rId7"/>
    <p:sldLayoutId id="2147483810" r:id="rId8"/>
    <p:sldLayoutId id="2147483675" r:id="rId9"/>
  </p:sldLayoutIdLst>
  <p:hf hdr="0" ftr="0" dt="0"/>
  <p:txStyles>
    <p:titleStyle>
      <a:lvl1pPr algn="l" defTabSz="6858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0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6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System Font Regular"/>
        <a:buChar char="—"/>
        <a:defRPr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3" name="Picture 2" descr="Text&#10;&#10;Description automatically generated">
            <a:extLst>
              <a:ext uri="{FF2B5EF4-FFF2-40B4-BE49-F238E27FC236}">
                <a16:creationId xmlns:a16="http://schemas.microsoft.com/office/drawing/2014/main" id="{ADD67D3A-0968-C64C-B325-F635C9943564}"/>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a:stretch/>
        </p:blipFill>
        <p:spPr>
          <a:xfrm>
            <a:off x="0" y="6399848"/>
            <a:ext cx="9144000" cy="455104"/>
          </a:xfrm>
          <a:prstGeom prst="rect">
            <a:avLst/>
          </a:prstGeom>
        </p:spPr>
      </p:pic>
      <p:cxnSp>
        <p:nvCxnSpPr>
          <p:cNvPr id="12" name="Straight Connector 11">
            <a:extLst>
              <a:ext uri="{FF2B5EF4-FFF2-40B4-BE49-F238E27FC236}">
                <a16:creationId xmlns:a16="http://schemas.microsoft.com/office/drawing/2014/main" id="{BACBEA3A-E75E-864E-8E6F-1ECF1DAD9FF5}"/>
              </a:ext>
            </a:extLst>
          </p:cNvPr>
          <p:cNvCxnSpPr>
            <a:cxnSpLocks/>
          </p:cNvCxnSpPr>
          <p:nvPr userDrawn="1"/>
        </p:nvCxnSpPr>
        <p:spPr>
          <a:xfrm>
            <a:off x="3985260" y="928970"/>
            <a:ext cx="4530090"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6" name="Title Placeholder 1">
            <a:extLst>
              <a:ext uri="{FF2B5EF4-FFF2-40B4-BE49-F238E27FC236}">
                <a16:creationId xmlns:a16="http://schemas.microsoft.com/office/drawing/2014/main" id="{C8991545-7310-AF48-863C-9DCBFEF4AEDE}"/>
              </a:ext>
            </a:extLst>
          </p:cNvPr>
          <p:cNvSpPr>
            <a:spLocks noGrp="1"/>
          </p:cNvSpPr>
          <p:nvPr>
            <p:ph type="title"/>
          </p:nvPr>
        </p:nvSpPr>
        <p:spPr>
          <a:xfrm>
            <a:off x="716280" y="0"/>
            <a:ext cx="7799070" cy="854395"/>
          </a:xfrm>
          <a:prstGeom prst="rect">
            <a:avLst/>
          </a:prstGeom>
        </p:spPr>
        <p:txBody>
          <a:bodyPr vert="horz" lIns="91440" tIns="45720" rIns="91440" bIns="45720" rtlCol="0" anchor="ctr">
            <a:normAutofit/>
          </a:bodyPr>
          <a:lstStyle/>
          <a:p>
            <a:r>
              <a:rPr lang="en-US" dirty="0"/>
              <a:t>Click to edit Master title style</a:t>
            </a:r>
          </a:p>
        </p:txBody>
      </p:sp>
      <p:sp>
        <p:nvSpPr>
          <p:cNvPr id="17" name="Text Placeholder 2">
            <a:extLst>
              <a:ext uri="{FF2B5EF4-FFF2-40B4-BE49-F238E27FC236}">
                <a16:creationId xmlns:a16="http://schemas.microsoft.com/office/drawing/2014/main" id="{EF8D7096-BBA1-6E43-9475-C2683FC77F31}"/>
              </a:ext>
            </a:extLst>
          </p:cNvPr>
          <p:cNvSpPr>
            <a:spLocks noGrp="1"/>
          </p:cNvSpPr>
          <p:nvPr>
            <p:ph type="body" idx="1"/>
          </p:nvPr>
        </p:nvSpPr>
        <p:spPr>
          <a:xfrm>
            <a:off x="716280" y="1003546"/>
            <a:ext cx="7799070" cy="501117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Box 14">
            <a:extLst>
              <a:ext uri="{FF2B5EF4-FFF2-40B4-BE49-F238E27FC236}">
                <a16:creationId xmlns:a16="http://schemas.microsoft.com/office/drawing/2014/main" id="{FB9D6ACE-D959-B245-A87E-D525323B560B}"/>
              </a:ext>
            </a:extLst>
          </p:cNvPr>
          <p:cNvSpPr txBox="1"/>
          <p:nvPr userDrawn="1"/>
        </p:nvSpPr>
        <p:spPr>
          <a:xfrm>
            <a:off x="780445" y="6457054"/>
            <a:ext cx="1395738" cy="163195"/>
          </a:xfrm>
          <a:prstGeom prst="rect">
            <a:avLst/>
          </a:prstGeom>
          <a:noFill/>
        </p:spPr>
        <p:txBody>
          <a:bodyPr wrap="square" lIns="0" tIns="0" rIns="0" bIns="0" rtlCol="0">
            <a:noAutofit/>
          </a:bodyPr>
          <a:lstStyle/>
          <a:p>
            <a:pPr algn="l"/>
            <a:r>
              <a:rPr lang="en-US" sz="600" b="0" dirty="0">
                <a:solidFill>
                  <a:schemeClr val="bg1"/>
                </a:solidFill>
              </a:rPr>
              <a:t>© </a:t>
            </a:r>
            <a:r>
              <a:rPr lang="en-US" sz="600" b="0" baseline="0" dirty="0">
                <a:solidFill>
                  <a:schemeClr val="bg1"/>
                </a:solidFill>
              </a:rPr>
              <a:t>2021 Adare </a:t>
            </a:r>
            <a:r>
              <a:rPr lang="en-US" sz="600" b="0" i="0" kern="1200" dirty="0">
                <a:solidFill>
                  <a:schemeClr val="bg1"/>
                </a:solidFill>
                <a:effectLst/>
                <a:latin typeface="+mn-lt"/>
                <a:ea typeface="+mn-ea"/>
                <a:cs typeface="+mn-cs"/>
              </a:rPr>
              <a:t>Pharma Solutions</a:t>
            </a:r>
          </a:p>
        </p:txBody>
      </p:sp>
      <p:sp>
        <p:nvSpPr>
          <p:cNvPr id="8" name="Slide Number Placeholder 8">
            <a:extLst>
              <a:ext uri="{FF2B5EF4-FFF2-40B4-BE49-F238E27FC236}">
                <a16:creationId xmlns:a16="http://schemas.microsoft.com/office/drawing/2014/main" id="{C8C7BAB3-30BD-C640-9773-A4FA351003A8}"/>
              </a:ext>
            </a:extLst>
          </p:cNvPr>
          <p:cNvSpPr>
            <a:spLocks noGrp="1"/>
          </p:cNvSpPr>
          <p:nvPr>
            <p:ph type="sldNum" sz="quarter" idx="4"/>
          </p:nvPr>
        </p:nvSpPr>
        <p:spPr>
          <a:xfrm>
            <a:off x="153986" y="6398247"/>
            <a:ext cx="557451" cy="211772"/>
          </a:xfrm>
          <a:prstGeom prst="rect">
            <a:avLst/>
          </a:prstGeom>
        </p:spPr>
        <p:txBody>
          <a:bodyPr anchor="ctr"/>
          <a:lstStyle>
            <a:lvl1pPr algn="l">
              <a:defRPr sz="825" b="1">
                <a:solidFill>
                  <a:schemeClr val="bg1"/>
                </a:solidFill>
              </a:defRPr>
            </a:lvl1pPr>
          </a:lstStyle>
          <a:p>
            <a:fld id="{46BF1EBB-2685-694C-AA6D-94641DBBC502}" type="slidenum">
              <a:rPr lang="en-US" smtClean="0"/>
              <a:pPr/>
              <a:t>‹#›</a:t>
            </a:fld>
            <a:endParaRPr lang="en-US" dirty="0"/>
          </a:p>
        </p:txBody>
      </p:sp>
    </p:spTree>
    <p:extLst>
      <p:ext uri="{BB962C8B-B14F-4D97-AF65-F5344CB8AC3E}">
        <p14:creationId xmlns:p14="http://schemas.microsoft.com/office/powerpoint/2010/main" val="2538638058"/>
      </p:ext>
    </p:extLst>
  </p:cSld>
  <p:clrMap bg1="lt1" tx1="dk1" bg2="lt2" tx2="dk2" accent1="accent1" accent2="accent2" accent3="accent3" accent4="accent4" accent5="accent5" accent6="accent6" hlink="hlink" folHlink="folHlink"/>
  <p:sldLayoutIdLst>
    <p:sldLayoutId id="2147483693" r:id="rId1"/>
    <p:sldLayoutId id="2147483694" r:id="rId2"/>
  </p:sldLayoutIdLst>
  <p:hf hdr="0" ftr="0" dt="0"/>
  <p:txStyles>
    <p:titleStyle>
      <a:lvl1pPr algn="l" defTabSz="685800" rtl="0" eaLnBrk="1" latinLnBrk="0" hangingPunct="1">
        <a:lnSpc>
          <a:spcPct val="90000"/>
        </a:lnSpc>
        <a:spcBef>
          <a:spcPct val="0"/>
        </a:spcBef>
        <a:buNone/>
        <a:defRPr sz="2700" b="1" kern="1200">
          <a:solidFill>
            <a:schemeClr val="tx2"/>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0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6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System Font Regular"/>
        <a:buChar char="—"/>
        <a:defRPr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29969287"/>
      </p:ext>
    </p:extLst>
  </p:cSld>
  <p:clrMap bg1="lt1" tx1="dk1" bg2="lt2" tx2="dk2" accent1="accent1" accent2="accent2" accent3="accent3" accent4="accent4" accent5="accent5" accent6="accent6" hlink="hlink" folHlink="folHlink"/>
  <p:sldLayoutIdLst>
    <p:sldLayoutId id="2147483812" r:id="rId1"/>
  </p:sldLayoutIdLst>
  <p:hf hdr="0" ftr="0" dt="0"/>
  <p:txStyles>
    <p:titleStyle>
      <a:lvl1pPr algn="l" defTabSz="685800" rtl="0" eaLnBrk="1" latinLnBrk="0" hangingPunct="1">
        <a:lnSpc>
          <a:spcPct val="90000"/>
        </a:lnSpc>
        <a:spcBef>
          <a:spcPct val="0"/>
        </a:spcBef>
        <a:buNone/>
        <a:defRPr sz="2700" b="1" kern="1200">
          <a:solidFill>
            <a:schemeClr val="tx2"/>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0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6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System Font Regular"/>
        <a:buChar char="—"/>
        <a:defRPr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5.jpeg"/><Relationship Id="rId3"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www.fda.gov/inspections-compliance-enforcement-and-criminal-investigations/warning-letters/rna-biopharma-incorporated-713201-10102025"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www.fda.gov/inspections-compliance-enforcement-and-criminal-investigations/warning-letters/ocho-rios-atlanta-inc-718580-10242025"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www.fda.gov/inspections-compliance-enforcement-and-criminal-investigations/warning-letters/uriel-pharmacy-inc-709977-10212025"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www.fda.gov/inspections-compliance-enforcement-and-criminal-investigations/warning-letters/dermarite-industries-llc-710997-10272025"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www.fda.gov/inspections-compliance-enforcement-and-criminal-investigations/warning-letters/world-perfumes-inc-713958-10292025"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www.fda.gov/inspections-compliance-enforcement-and-criminal-investigations/warning-letters/taizhou-kangping-medical-science-and-technology-co-ltd-711081-10092025"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www.fda.gov/inspections-compliance-enforcement-and-criminal-investigations/warning-letters/ibspotcom-inc-715657-10272025"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www.fda.gov/inspections-compliance-enforcement-and-criminal-investigations/warning-letters/liebel-flarsheim-company-llc-711508-10172025"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www.fda.gov/inspections-compliance-enforcement-and-criminal-investigations/warning-letters/east-bay-wholesale-corporation-718128-10152025"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www.fda.gov/inspections-compliance-enforcement-and-criminal-investigations/warning-letters/apotex-inc-714137-10312025"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www.fda.gov/inspections-compliance-enforcement-and-criminal-investigations/warning-letters/onlineotcmedscom-717697-10152025"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www.fda.gov/inspections-compliance-enforcement-and-criminal-investigations/warning-letters/scientific-protein-laboratories-llc-712578-10102025"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DF98C45-350A-F74C-B9CC-B165A0B28C00}"/>
              </a:ext>
            </a:extLst>
          </p:cNvPr>
          <p:cNvPicPr>
            <a:picLocks noChangeAspect="1"/>
          </p:cNvPicPr>
          <p:nvPr/>
        </p:nvPicPr>
        <p:blipFill>
          <a:blip r:embed="rId2" cstate="email">
            <a:extLst>
              <a:ext uri="{28A0092B-C50C-407E-A947-70E740481C1C}">
                <a14:useLocalDpi xmlns:a14="http://schemas.microsoft.com/office/drawing/2010/main"/>
              </a:ext>
            </a:extLst>
          </a:blip>
          <a:srcRect/>
          <a:stretch/>
        </p:blipFill>
        <p:spPr>
          <a:xfrm>
            <a:off x="0" y="3048"/>
            <a:ext cx="9144000" cy="6851904"/>
          </a:xfrm>
          <a:prstGeom prst="rect">
            <a:avLst/>
          </a:prstGeom>
        </p:spPr>
      </p:pic>
      <p:pic>
        <p:nvPicPr>
          <p:cNvPr id="9" name="Picture 8">
            <a:extLst>
              <a:ext uri="{FF2B5EF4-FFF2-40B4-BE49-F238E27FC236}">
                <a16:creationId xmlns:a16="http://schemas.microsoft.com/office/drawing/2014/main" id="{94DA4481-085B-EC4D-B273-94B39C29C3C6}"/>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0" y="3982013"/>
            <a:ext cx="9144000" cy="1853184"/>
          </a:xfrm>
          <a:prstGeom prst="rect">
            <a:avLst/>
          </a:prstGeom>
        </p:spPr>
      </p:pic>
      <p:sp>
        <p:nvSpPr>
          <p:cNvPr id="7" name="Title 1">
            <a:extLst>
              <a:ext uri="{FF2B5EF4-FFF2-40B4-BE49-F238E27FC236}">
                <a16:creationId xmlns:a16="http://schemas.microsoft.com/office/drawing/2014/main" id="{E7FEFF3B-4858-1445-81B2-0A7304A93AE6}"/>
              </a:ext>
            </a:extLst>
          </p:cNvPr>
          <p:cNvSpPr txBox="1">
            <a:spLocks/>
          </p:cNvSpPr>
          <p:nvPr/>
        </p:nvSpPr>
        <p:spPr>
          <a:xfrm>
            <a:off x="205238" y="4374900"/>
            <a:ext cx="4902452" cy="1095555"/>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2400" b="1" kern="1200">
                <a:solidFill>
                  <a:schemeClr val="tx2"/>
                </a:solidFill>
                <a:latin typeface="+mj-lt"/>
                <a:ea typeface="+mj-ea"/>
                <a:cs typeface="+mj-cs"/>
              </a:defRPr>
            </a:lvl1pPr>
          </a:lstStyle>
          <a:p>
            <a:endParaRPr lang="en-US" dirty="0">
              <a:solidFill>
                <a:schemeClr val="bg1"/>
              </a:solidFill>
            </a:endParaRPr>
          </a:p>
          <a:p>
            <a:r>
              <a:rPr sz="2200">
                <a:solidFill>
                  <a:srgbClr val="FFFFFF"/>
                </a:solidFill>
                <a:latin typeface="Arial (Headings)"/>
              </a:rPr>
              <a:t>CGMP Shot</a:t>
            </a:r>
          </a:p>
        </p:txBody>
      </p:sp>
      <p:sp>
        <p:nvSpPr>
          <p:cNvPr id="8" name="Subtitle 2">
            <a:extLst>
              <a:ext uri="{FF2B5EF4-FFF2-40B4-BE49-F238E27FC236}">
                <a16:creationId xmlns:a16="http://schemas.microsoft.com/office/drawing/2014/main" id="{48485006-B7AD-B34F-A5E0-07001EB00124}"/>
              </a:ext>
            </a:extLst>
          </p:cNvPr>
          <p:cNvSpPr txBox="1">
            <a:spLocks/>
          </p:cNvSpPr>
          <p:nvPr/>
        </p:nvSpPr>
        <p:spPr>
          <a:xfrm>
            <a:off x="205238" y="5937264"/>
            <a:ext cx="4366762" cy="917689"/>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0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6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System Font Regular"/>
              <a:buChar char="—"/>
              <a:defRPr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endParaRPr lang="en-US" sz="1800" dirty="0">
              <a:solidFill>
                <a:schemeClr val="tx2"/>
              </a:solidFill>
            </a:endParaRPr>
          </a:p>
        </p:txBody>
      </p:sp>
    </p:spTree>
    <p:extLst>
      <p:ext uri="{BB962C8B-B14F-4D97-AF65-F5344CB8AC3E}">
        <p14:creationId xmlns:p14="http://schemas.microsoft.com/office/powerpoint/2010/main" val="27215030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E090410-CD79-5447-B78F-D11E6747CB4A}"/>
              </a:ext>
            </a:extLst>
          </p:cNvPr>
          <p:cNvPicPr>
            <a:picLocks noChangeAspect="1"/>
          </p:cNvPicPr>
          <p:nvPr/>
        </p:nvPicPr>
        <p:blipFill>
          <a:blip r:embed="rId2" cstate="email">
            <a:extLst>
              <a:ext uri="{28A0092B-C50C-407E-A947-70E740481C1C}">
                <a14:useLocalDpi xmlns:a14="http://schemas.microsoft.com/office/drawing/2010/main"/>
              </a:ext>
            </a:extLst>
          </a:blip>
          <a:srcRect/>
          <a:stretch/>
        </p:blipFill>
        <p:spPr>
          <a:xfrm>
            <a:off x="0" y="12284"/>
            <a:ext cx="9144000" cy="6851904"/>
          </a:xfrm>
          <a:prstGeom prst="rect">
            <a:avLst/>
          </a:prstGeom>
        </p:spPr>
      </p:pic>
      <p:sp>
        <p:nvSpPr>
          <p:cNvPr id="2" name="Title 1">
            <a:extLst>
              <a:ext uri="{FF2B5EF4-FFF2-40B4-BE49-F238E27FC236}">
                <a16:creationId xmlns:a16="http://schemas.microsoft.com/office/drawing/2014/main" id="{ADC501AD-76D9-C64C-9016-485E6C5A4DB8}"/>
              </a:ext>
            </a:extLst>
          </p:cNvPr>
          <p:cNvSpPr>
            <a:spLocks noGrp="1"/>
          </p:cNvSpPr>
          <p:nvPr>
            <p:ph type="title" idx="4294967295"/>
          </p:nvPr>
        </p:nvSpPr>
        <p:spPr>
          <a:xfrm>
            <a:off x="0" y="2017424"/>
            <a:ext cx="9144000" cy="1022350"/>
          </a:xfrm>
          <a:prstGeom prst="rect">
            <a:avLst/>
          </a:prstGeom>
        </p:spPr>
        <p:txBody>
          <a:bodyPr/>
          <a:lstStyle/>
          <a:p>
            <a:pPr algn="ctr"/>
            <a:r>
              <a:rPr lang="en-US" sz="2400" dirty="0"/>
              <a:t>Thank you!</a:t>
            </a:r>
          </a:p>
        </p:txBody>
      </p:sp>
    </p:spTree>
    <p:extLst>
      <p:ext uri="{BB962C8B-B14F-4D97-AF65-F5344CB8AC3E}">
        <p14:creationId xmlns:p14="http://schemas.microsoft.com/office/powerpoint/2010/main" val="3049453803"/>
      </p:ext>
    </p:extLst>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000" b="1"/>
            </a:pPr>
            <a:r>
              <a:t>RNA Bio/Pharma, IncorporatedMARCS-CMS 713201 —October 10, 2025</a:t>
            </a:r>
          </a:p>
        </p:txBody>
      </p:sp>
      <p:sp>
        <p:nvSpPr>
          <p:cNvPr id="3" name="Content Placeholder 2"/>
          <p:cNvSpPr>
            <a:spLocks noGrp="1"/>
          </p:cNvSpPr>
          <p:nvPr>
            <p:ph idx="1"/>
          </p:nvPr>
        </p:nvSpPr>
        <p:spPr/>
        <p:txBody>
          <a:bodyPr/>
          <a:lstStyle/>
          <a:p/>
          <a:p>
            <a:pPr>
              <a:defRPr sz="1500" b="1"/>
            </a:pPr>
            <a:r>
              <a:t>Issued Date: October 10, 2025</a:t>
            </a:r>
          </a:p>
          <a:p>
            <a:pPr>
              <a:defRPr sz="1500" b="1"/>
            </a:pPr>
            <a:r>
              <a:t>Certificate URL:</a:t>
            </a:r>
            <a:r>
              <a:rPr sz="1500" u="sng">
                <a:solidFill>
                  <a:srgbClr val="0000FF"/>
                </a:solidFill>
                <a:hlinkClick r:id="rId2"/>
              </a:rPr>
              <a:t>Click here</a:t>
            </a:r>
          </a:p>
          <a:p>
            <a:pPr>
              <a:defRPr sz="1500" b="1"/>
            </a:pPr>
            <a:r>
              <a:t>Short Summary:</a:t>
            </a:r>
          </a:p>
          <a:p>
            <a:pPr lvl="1">
              <a:defRPr sz="1600"/>
            </a:pPr>
            <a:r>
              <a:t>Significant violations of Current Good Manufacturing Practice (CGMP) regulations for finished pharmaceuticals.</a:t>
            </a:r>
          </a:p>
          <a:p>
            <a:pPr lvl="1">
              <a:defRPr sz="1600"/>
            </a:pPr>
            <a:r>
              <a:t>Methods, facilities, or controls for manufacturing, processing, packing, or holding do not conform to CGMP, drug products are adulterated.</a:t>
            </a:r>
          </a:p>
          <a:p>
            <a:pPr lvl="1">
              <a:defRPr sz="1600"/>
            </a:pPr>
            <a:r>
              <a:t>Failure to test samples of each component for conformity with all appropriate written specifications for purity, strength, and quality.</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000" b="1"/>
            </a:pPr>
            <a:r>
              <a:t>Ocho Rios Atlanta Inc.MARCS-CMS 718580 —October 24, 2025</a:t>
            </a:r>
          </a:p>
        </p:txBody>
      </p:sp>
      <p:sp>
        <p:nvSpPr>
          <p:cNvPr id="3" name="Content Placeholder 2"/>
          <p:cNvSpPr>
            <a:spLocks noGrp="1"/>
          </p:cNvSpPr>
          <p:nvPr>
            <p:ph idx="1"/>
          </p:nvPr>
        </p:nvSpPr>
        <p:spPr/>
        <p:txBody>
          <a:bodyPr/>
          <a:lstStyle/>
          <a:p/>
          <a:p>
            <a:pPr>
              <a:defRPr sz="1500" b="1"/>
            </a:pPr>
            <a:r>
              <a:t>Issued Date: N/A</a:t>
            </a:r>
          </a:p>
          <a:p>
            <a:pPr>
              <a:defRPr sz="1500" b="1"/>
            </a:pPr>
            <a:r>
              <a:t>Certificate URL:</a:t>
            </a:r>
            <a:r>
              <a:rPr sz="1500" u="sng">
                <a:solidFill>
                  <a:srgbClr val="0000FF"/>
                </a:solidFill>
                <a:hlinkClick r:id="rId2"/>
              </a:rPr>
              <a:t>Click here</a:t>
            </a:r>
          </a:p>
          <a:p>
            <a:pPr>
              <a:defRPr sz="1500" b="1"/>
            </a:pPr>
            <a:r>
              <a:t>Short Summary:</a:t>
            </a:r>
          </a:p>
          <a:p>
            <a:pPr lvl="1">
              <a:defRPr sz="1600"/>
            </a:pPr>
            <a:r>
              <a:t>The firm did not develop, maintain, and follow an FSVP as required by section 805 of the FD&amp;C Act and 21 CFR part 1.502(a).</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000" b="1"/>
            </a:pPr>
            <a:r>
              <a:t>Uriel Pharmacy, Inc.MARCS-CMS 709977 —October 21, 2025</a:t>
            </a:r>
          </a:p>
        </p:txBody>
      </p:sp>
      <p:sp>
        <p:nvSpPr>
          <p:cNvPr id="3" name="Content Placeholder 2"/>
          <p:cNvSpPr>
            <a:spLocks noGrp="1"/>
          </p:cNvSpPr>
          <p:nvPr>
            <p:ph idx="1"/>
          </p:nvPr>
        </p:nvSpPr>
        <p:spPr/>
        <p:txBody>
          <a:bodyPr/>
          <a:lstStyle/>
          <a:p/>
          <a:p>
            <a:pPr>
              <a:defRPr sz="1500" b="1"/>
            </a:pPr>
            <a:r>
              <a:t>Issued Date: N/A</a:t>
            </a:r>
          </a:p>
          <a:p>
            <a:pPr>
              <a:defRPr sz="1500" b="1"/>
            </a:pPr>
            <a:r>
              <a:t>Certificate URL:</a:t>
            </a:r>
            <a:r>
              <a:rPr sz="1500" u="sng">
                <a:solidFill>
                  <a:srgbClr val="0000FF"/>
                </a:solidFill>
                <a:hlinkClick r:id="rId2"/>
              </a:rPr>
              <a:t>Click here</a:t>
            </a:r>
          </a:p>
          <a:p>
            <a:pPr>
              <a:defRPr sz="1500" b="1"/>
            </a:pPr>
            <a:r>
              <a:t>Short Summary:</a:t>
            </a:r>
          </a:p>
          <a:p>
            <a:pPr lvl="1">
              <a:defRPr sz="1600"/>
            </a:pPr>
            <a:r>
              <a:t>Violations of Current Good Manufacturing Practice (CGMP) regulations for finished pharmaceuticals.</a:t>
            </a:r>
          </a:p>
          <a:p>
            <a:pPr lvl="1">
              <a:defRPr sz="1600"/>
            </a:pPr>
            <a:r>
              <a:t>Unapproved new drugs introduced or delivered for introduction into interstate commerce.</a:t>
            </a:r>
          </a:p>
          <a:p>
            <a:pPr lvl="1">
              <a:defRPr sz="1600"/>
            </a:pPr>
            <a:r>
              <a:t>Homeopathic Ampule Drug products packaged in glass ampules could be mistaken for injectable drugs.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000" b="1"/>
            </a:pPr>
            <a:r>
              <a:t>DermaRite Industries, LLCMARCS-CMS 710997 —October 27, 2025</a:t>
            </a:r>
          </a:p>
        </p:txBody>
      </p:sp>
      <p:sp>
        <p:nvSpPr>
          <p:cNvPr id="3" name="Content Placeholder 2"/>
          <p:cNvSpPr>
            <a:spLocks noGrp="1"/>
          </p:cNvSpPr>
          <p:nvPr>
            <p:ph idx="1"/>
          </p:nvPr>
        </p:nvSpPr>
        <p:spPr/>
        <p:txBody>
          <a:bodyPr/>
          <a:lstStyle/>
          <a:p/>
          <a:p>
            <a:pPr>
              <a:defRPr sz="1500" b="1"/>
            </a:pPr>
            <a:r>
              <a:t>Issued Date: October 27, 2025</a:t>
            </a:r>
          </a:p>
          <a:p>
            <a:pPr>
              <a:defRPr sz="1500" b="1"/>
            </a:pPr>
            <a:r>
              <a:t>Certificate URL:</a:t>
            </a:r>
            <a:r>
              <a:rPr sz="1500" u="sng">
                <a:solidFill>
                  <a:srgbClr val="0000FF"/>
                </a:solidFill>
                <a:hlinkClick r:id="rId2"/>
              </a:rPr>
              <a:t>Click here</a:t>
            </a:r>
          </a:p>
          <a:p>
            <a:pPr>
              <a:defRPr sz="1500" b="1"/>
            </a:pPr>
            <a:r>
              <a:t>Short Summary:</a:t>
            </a:r>
          </a:p>
          <a:p>
            <a:pPr lvl="1">
              <a:defRPr sz="1600"/>
            </a:pPr>
            <a:r>
              <a:t>CGMP Violations</a:t>
            </a:r>
          </a:p>
          <a:p>
            <a:pPr lvl="1">
              <a:defRPr sz="1600"/>
            </a:pPr>
            <a:r>
              <a:t>Unapproved New Drug and Misbranded Drug Violations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000" b="1"/>
            </a:pPr>
            <a:r>
              <a:t>World Perfumes Inc.MARCS-CMS 713958 —October 29, 2025</a:t>
            </a:r>
          </a:p>
        </p:txBody>
      </p:sp>
      <p:sp>
        <p:nvSpPr>
          <p:cNvPr id="3" name="Content Placeholder 2"/>
          <p:cNvSpPr>
            <a:spLocks noGrp="1"/>
          </p:cNvSpPr>
          <p:nvPr>
            <p:ph idx="1"/>
          </p:nvPr>
        </p:nvSpPr>
        <p:spPr/>
        <p:txBody>
          <a:bodyPr/>
          <a:lstStyle/>
          <a:p/>
          <a:p>
            <a:pPr>
              <a:defRPr sz="1500" b="1"/>
            </a:pPr>
            <a:r>
              <a:t>Issued Date: October 29, 2025</a:t>
            </a:r>
          </a:p>
          <a:p>
            <a:pPr>
              <a:defRPr sz="1500" b="1"/>
            </a:pPr>
            <a:r>
              <a:t>Certificate URL:</a:t>
            </a:r>
            <a:r>
              <a:rPr sz="1500" u="sng">
                <a:solidFill>
                  <a:srgbClr val="0000FF"/>
                </a:solidFill>
                <a:hlinkClick r:id="rId2"/>
              </a:rPr>
              <a:t>Click here</a:t>
            </a:r>
          </a:p>
          <a:p>
            <a:pPr>
              <a:defRPr sz="1500" b="1"/>
            </a:pPr>
            <a:r>
              <a:t>Short Summary:</a:t>
            </a:r>
          </a:p>
          <a:p>
            <a:pPr lvl="1">
              <a:defRPr sz="1600"/>
            </a:pPr>
            <a:r>
              <a:t>Violations of Current Good Manufacturing Practice (CGMP) regulations for finished pharmaceuticals.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000" b="1"/>
            </a:pPr>
            <a:r>
              <a:t>Taizhou Kangping Medical Science and Technology Co., Ltd.MARCS-CMS 711081 —October 09, 2025</a:t>
            </a:r>
          </a:p>
        </p:txBody>
      </p:sp>
      <p:sp>
        <p:nvSpPr>
          <p:cNvPr id="3" name="Content Placeholder 2"/>
          <p:cNvSpPr>
            <a:spLocks noGrp="1"/>
          </p:cNvSpPr>
          <p:nvPr>
            <p:ph idx="1"/>
          </p:nvPr>
        </p:nvSpPr>
        <p:spPr/>
        <p:txBody>
          <a:bodyPr/>
          <a:lstStyle/>
          <a:p/>
          <a:p>
            <a:pPr>
              <a:defRPr sz="1500" b="1"/>
            </a:pPr>
            <a:r>
              <a:t>Issued Date: October 9, 2025</a:t>
            </a:r>
          </a:p>
          <a:p>
            <a:pPr>
              <a:defRPr sz="1500" b="1"/>
            </a:pPr>
            <a:r>
              <a:t>Certificate URL:</a:t>
            </a:r>
            <a:r>
              <a:rPr sz="1500" u="sng">
                <a:solidFill>
                  <a:srgbClr val="0000FF"/>
                </a:solidFill>
                <a:hlinkClick r:id="rId2"/>
              </a:rPr>
              <a:t>Click here</a:t>
            </a:r>
          </a:p>
          <a:p>
            <a:pPr>
              <a:defRPr sz="1500" b="1"/>
            </a:pPr>
            <a:r>
              <a:t>Short Summary:</a:t>
            </a:r>
          </a:p>
          <a:p>
            <a:pPr lvl="1">
              <a:defRPr sz="1600"/>
            </a:pPr>
            <a:r>
              <a:t>Significant violations of Current Good Manufacturing Practice (CGMP) regulations for finished pharmaceuticals.</a:t>
            </a:r>
          </a:p>
          <a:p>
            <a:pPr lvl="1">
              <a:defRPr sz="1600"/>
            </a:pPr>
            <a:r>
              <a:t>Methods, facilities, or controls for manufacturing, processing, packing, or holding do not conform to CGMP, drug products are adulterated.</a:t>
            </a:r>
          </a:p>
          <a:p>
            <a:pPr lvl="1">
              <a:defRPr sz="1600"/>
            </a:pPr>
            <a:r>
              <a:t>Failure to take corrective actions to bring operations into compliance with CGMP.</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000" b="1"/>
            </a:pPr>
            <a:r>
              <a:t>IBSPOT.com Inc.MARCS-CMS 715657 —October 27, 2025</a:t>
            </a:r>
          </a:p>
        </p:txBody>
      </p:sp>
      <p:sp>
        <p:nvSpPr>
          <p:cNvPr id="3" name="Content Placeholder 2"/>
          <p:cNvSpPr>
            <a:spLocks noGrp="1"/>
          </p:cNvSpPr>
          <p:nvPr>
            <p:ph idx="1"/>
          </p:nvPr>
        </p:nvSpPr>
        <p:spPr/>
        <p:txBody>
          <a:bodyPr/>
          <a:lstStyle/>
          <a:p/>
          <a:p>
            <a:pPr>
              <a:defRPr sz="1500" b="1"/>
            </a:pPr>
            <a:r>
              <a:t>Issued Date: N/A</a:t>
            </a:r>
          </a:p>
          <a:p>
            <a:pPr>
              <a:defRPr sz="1500" b="1"/>
            </a:pPr>
            <a:r>
              <a:t>Certificate URL:</a:t>
            </a:r>
            <a:r>
              <a:rPr sz="1500" u="sng">
                <a:solidFill>
                  <a:srgbClr val="0000FF"/>
                </a:solidFill>
                <a:hlinkClick r:id="rId2"/>
              </a:rPr>
              <a:t>Click here</a:t>
            </a:r>
          </a:p>
          <a:p>
            <a:pPr>
              <a:defRPr sz="1500" b="1"/>
            </a:pPr>
            <a:r>
              <a:t>Short Summary:</a:t>
            </a:r>
          </a:p>
          <a:p>
            <a:pPr lvl="1">
              <a:defRPr sz="1600"/>
            </a:pPr>
            <a:r>
              <a:t>The firm's distribution of “Taoscare Motion Sickness Patch” and “Navabelle Motion Sickness Patches” products violate the Federal Food, Drug, and Cosmetic Act.</a:t>
            </a:r>
          </a:p>
          <a:p>
            <a:pPr lvl="1">
              <a:defRPr sz="1600"/>
            </a:pPr>
            <a:r>
              <a:t>The products are unapproved new drugs under section 505(a) of the FD&amp;C Act.</a:t>
            </a:r>
          </a:p>
          <a:p>
            <a:pPr lvl="1">
              <a:defRPr sz="1600"/>
            </a:pPr>
            <a:r>
              <a:t>The products are misbranded drugs under section 502(a) of the FD&amp;C Act.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000" b="1"/>
            </a:pPr>
            <a:r>
              <a:t>Liebel-Flarsheim Company LLCMARCS-CMS 711508 —October 17, 2025</a:t>
            </a:r>
          </a:p>
        </p:txBody>
      </p:sp>
      <p:sp>
        <p:nvSpPr>
          <p:cNvPr id="3" name="Content Placeholder 2"/>
          <p:cNvSpPr>
            <a:spLocks noGrp="1"/>
          </p:cNvSpPr>
          <p:nvPr>
            <p:ph idx="1"/>
          </p:nvPr>
        </p:nvSpPr>
        <p:spPr/>
        <p:txBody>
          <a:bodyPr/>
          <a:lstStyle/>
          <a:p/>
          <a:p>
            <a:pPr>
              <a:defRPr sz="1500" b="1"/>
            </a:pPr>
            <a:r>
              <a:t>Issued Date: N/A</a:t>
            </a:r>
          </a:p>
          <a:p>
            <a:pPr>
              <a:defRPr sz="1500" b="1"/>
            </a:pPr>
            <a:r>
              <a:t>Certificate URL:</a:t>
            </a:r>
            <a:r>
              <a:rPr sz="1500" u="sng">
                <a:solidFill>
                  <a:srgbClr val="0000FF"/>
                </a:solidFill>
                <a:hlinkClick r:id="rId2"/>
              </a:rPr>
              <a:t>Click here</a:t>
            </a:r>
          </a:p>
          <a:p>
            <a:pPr>
              <a:defRPr sz="1500" b="1"/>
            </a:pPr>
            <a:r>
              <a:t>Short Summary:</a:t>
            </a:r>
          </a:p>
          <a:p>
            <a:pPr lvl="1">
              <a:defRPr sz="1600"/>
            </a:pPr>
            <a:r>
              <a:t>The firm failed to thoroughly investigate any unexplained discrepancy or failure of a batch or any of its components to meet any of its specifications.</a:t>
            </a:r>
          </a:p>
          <a:p>
            <a:pPr lvl="1">
              <a:defRPr sz="1600"/>
            </a:pPr>
            <a:r>
              <a:t>The firm failed to have separate or defined areas or such other control systems necessary to prevent contamination or mix-ups. The firm also failed to use equipment in the manufacture, processing, packing, or holding of drug products that is of appropriate design, adequate size, and suitably located to facilitate operations for its intended use and for its cleaning and maintenance.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000" b="1"/>
            </a:pPr>
            <a:r>
              <a:t>East Bay Wholesale CorporationMARCS-CMS 718128 —October 15, 2025</a:t>
            </a:r>
          </a:p>
        </p:txBody>
      </p:sp>
      <p:sp>
        <p:nvSpPr>
          <p:cNvPr id="3" name="Content Placeholder 2"/>
          <p:cNvSpPr>
            <a:spLocks noGrp="1"/>
          </p:cNvSpPr>
          <p:nvPr>
            <p:ph idx="1"/>
          </p:nvPr>
        </p:nvSpPr>
        <p:spPr/>
        <p:txBody>
          <a:bodyPr/>
          <a:lstStyle/>
          <a:p/>
          <a:p>
            <a:pPr>
              <a:defRPr sz="1500" b="1"/>
            </a:pPr>
            <a:r>
              <a:t>Issued Date: October 15, 2025</a:t>
            </a:r>
          </a:p>
          <a:p>
            <a:pPr>
              <a:defRPr sz="1500" b="1"/>
            </a:pPr>
            <a:r>
              <a:t>Certificate URL:</a:t>
            </a:r>
            <a:r>
              <a:rPr sz="1500" u="sng">
                <a:solidFill>
                  <a:srgbClr val="0000FF"/>
                </a:solidFill>
                <a:hlinkClick r:id="rId2"/>
              </a:rPr>
              <a:t>Click here</a:t>
            </a:r>
          </a:p>
          <a:p>
            <a:pPr>
              <a:defRPr sz="1500" b="1"/>
            </a:pPr>
            <a:r>
              <a:t>Short Summary:</a:t>
            </a:r>
          </a:p>
          <a:p>
            <a:pPr lvl="1">
              <a:defRPr sz="1600"/>
            </a:pPr>
            <a:r>
              <a:t>East Bay Wholesale Corporation was inspected on September 2nd and 3rd, 2025, to determine compliance with section 805 of the Federal Food, Drug, and Cosmetic Act (FD&amp;C Act) and the implementing FSVP regulation in 21 CFR part 1, subpart L.</a:t>
            </a:r>
          </a:p>
          <a:p>
            <a:pPr lvl="1">
              <a:defRPr sz="1600"/>
            </a:pPr>
            <a:r>
              <a:t>The company did not develop, maintain, and follow an FSVP as required.</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000" b="1"/>
            </a:pPr>
            <a:r>
              <a:t>Apotex Inc.MARCS-CMS 714137 —October 31, 2025</a:t>
            </a:r>
          </a:p>
        </p:txBody>
      </p:sp>
      <p:sp>
        <p:nvSpPr>
          <p:cNvPr id="3" name="Content Placeholder 2"/>
          <p:cNvSpPr>
            <a:spLocks noGrp="1"/>
          </p:cNvSpPr>
          <p:nvPr>
            <p:ph idx="1"/>
          </p:nvPr>
        </p:nvSpPr>
        <p:spPr/>
        <p:txBody>
          <a:bodyPr/>
          <a:lstStyle/>
          <a:p/>
          <a:p>
            <a:pPr>
              <a:defRPr sz="1500" b="1"/>
            </a:pPr>
            <a:r>
              <a:t>Issued Date: N/A</a:t>
            </a:r>
          </a:p>
          <a:p>
            <a:pPr>
              <a:defRPr sz="1500" b="1"/>
            </a:pPr>
            <a:r>
              <a:t>Certificate URL:</a:t>
            </a:r>
            <a:r>
              <a:rPr sz="1500" u="sng">
                <a:solidFill>
                  <a:srgbClr val="0000FF"/>
                </a:solidFill>
                <a:hlinkClick r:id="rId2"/>
              </a:rPr>
              <a:t>Click here</a:t>
            </a:r>
          </a:p>
          <a:p>
            <a:pPr>
              <a:defRPr sz="1500" b="1"/>
            </a:pPr>
            <a:r>
              <a:t>Short Summary:</a:t>
            </a:r>
          </a:p>
          <a:p>
            <a:pPr lvl="1">
              <a:defRPr sz="1600"/>
            </a:pPr>
            <a:r>
              <a:t>Violations of Current Good Manufacturing Practice (CGMP) regulations for finished pharmaceuticals.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000" b="1"/>
            </a:pPr>
            <a:r>
              <a:t>onlineotcmeds.comMARCS-CMS 717697 —October 15, 2025</a:t>
            </a:r>
          </a:p>
        </p:txBody>
      </p:sp>
      <p:sp>
        <p:nvSpPr>
          <p:cNvPr id="3" name="Content Placeholder 2"/>
          <p:cNvSpPr>
            <a:spLocks noGrp="1"/>
          </p:cNvSpPr>
          <p:nvPr>
            <p:ph idx="1"/>
          </p:nvPr>
        </p:nvSpPr>
        <p:spPr/>
        <p:txBody>
          <a:bodyPr/>
          <a:lstStyle/>
          <a:p/>
          <a:p>
            <a:pPr>
              <a:defRPr sz="1500" b="1"/>
            </a:pPr>
            <a:r>
              <a:t>Issued Date: N/A</a:t>
            </a:r>
          </a:p>
          <a:p>
            <a:pPr>
              <a:defRPr sz="1500" b="1"/>
            </a:pPr>
            <a:r>
              <a:t>Certificate URL:</a:t>
            </a:r>
            <a:r>
              <a:rPr sz="1500" u="sng">
                <a:solidFill>
                  <a:srgbClr val="0000FF"/>
                </a:solidFill>
                <a:hlinkClick r:id="rId2"/>
              </a:rPr>
              <a:t>Click here</a:t>
            </a:r>
          </a:p>
          <a:p>
            <a:pPr>
              <a:defRPr sz="1500" b="1"/>
            </a:pPr>
            <a:r>
              <a:t>Short Summary:</a:t>
            </a:r>
          </a:p>
          <a:p>
            <a:pPr lvl="1">
              <a:defRPr sz="1600"/>
            </a:pPr>
            <a:r>
              <a:t>The website onlineotcmeds.com introduces into interstate commerce misbranded and unapproved new drugs.</a:t>
            </a:r>
          </a:p>
          <a:p>
            <a:pPr lvl="1">
              <a:defRPr sz="1600"/>
            </a:pPr>
            <a:r>
              <a:t>The website offers unapproved and misbranded opioids, benzodiazepines, and Schedule II stimulants for sale to U.S. consumers.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000" b="1"/>
            </a:pPr>
            <a:r>
              <a:t>Scientific Protein Laboratories, LLCMARCS-CMS 712578 —October 10, 2025</a:t>
            </a:r>
          </a:p>
        </p:txBody>
      </p:sp>
      <p:sp>
        <p:nvSpPr>
          <p:cNvPr id="3" name="Content Placeholder 2"/>
          <p:cNvSpPr>
            <a:spLocks noGrp="1"/>
          </p:cNvSpPr>
          <p:nvPr>
            <p:ph idx="1"/>
          </p:nvPr>
        </p:nvSpPr>
        <p:spPr/>
        <p:txBody>
          <a:bodyPr/>
          <a:lstStyle/>
          <a:p/>
          <a:p>
            <a:pPr>
              <a:defRPr sz="1500" b="1"/>
            </a:pPr>
            <a:r>
              <a:t>Issued Date: N/A</a:t>
            </a:r>
          </a:p>
          <a:p>
            <a:pPr>
              <a:defRPr sz="1500" b="1"/>
            </a:pPr>
            <a:r>
              <a:t>Certificate URL:</a:t>
            </a:r>
            <a:r>
              <a:rPr sz="1500" u="sng">
                <a:solidFill>
                  <a:srgbClr val="0000FF"/>
                </a:solidFill>
                <a:hlinkClick r:id="rId2"/>
              </a:rPr>
              <a:t>Click here</a:t>
            </a:r>
          </a:p>
          <a:p>
            <a:pPr>
              <a:defRPr sz="1500" b="1"/>
            </a:pPr>
            <a:r>
              <a:t>Short Summary:</a:t>
            </a:r>
          </a:p>
          <a:p>
            <a:pPr lvl="1">
              <a:defRPr sz="1600"/>
            </a:pPr>
            <a:r>
              <a:t>Significant deviations from Current Good Manufacturing Practice (CGMP) for active pharmaceutical ingredients (APIs).</a:t>
            </a:r>
          </a:p>
        </p:txBody>
      </p:sp>
    </p:spTree>
  </p:cSld>
  <p:clrMapOvr>
    <a:masterClrMapping/>
  </p:clrMapOvr>
</p:sld>
</file>

<file path=ppt/theme/theme1.xml><?xml version="1.0" encoding="utf-8"?>
<a:theme xmlns:a="http://schemas.openxmlformats.org/drawingml/2006/main" name="Presentation 2">
  <a:themeElements>
    <a:clrScheme name="Adare Color Theme">
      <a:dk1>
        <a:srgbClr val="000000"/>
      </a:dk1>
      <a:lt1>
        <a:srgbClr val="FFFFFF"/>
      </a:lt1>
      <a:dk2>
        <a:srgbClr val="001871"/>
      </a:dk2>
      <a:lt2>
        <a:srgbClr val="E7E6E6"/>
      </a:lt2>
      <a:accent1>
        <a:srgbClr val="08C5AE"/>
      </a:accent1>
      <a:accent2>
        <a:srgbClr val="9665C2"/>
      </a:accent2>
      <a:accent3>
        <a:srgbClr val="FFAF3C"/>
      </a:accent3>
      <a:accent4>
        <a:srgbClr val="EB654D"/>
      </a:accent4>
      <a:accent5>
        <a:srgbClr val="001871"/>
      </a:accent5>
      <a:accent6>
        <a:srgbClr val="646464"/>
      </a:accent6>
      <a:hlink>
        <a:srgbClr val="001871"/>
      </a:hlink>
      <a:folHlink>
        <a:srgbClr val="08C5AE"/>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Large Photo and Text templates">
  <a:themeElements>
    <a:clrScheme name="Adare Color Theme">
      <a:dk1>
        <a:srgbClr val="000000"/>
      </a:dk1>
      <a:lt1>
        <a:srgbClr val="FFFFFF"/>
      </a:lt1>
      <a:dk2>
        <a:srgbClr val="001871"/>
      </a:dk2>
      <a:lt2>
        <a:srgbClr val="E7E6E6"/>
      </a:lt2>
      <a:accent1>
        <a:srgbClr val="08C5AE"/>
      </a:accent1>
      <a:accent2>
        <a:srgbClr val="9665C2"/>
      </a:accent2>
      <a:accent3>
        <a:srgbClr val="FFAF3C"/>
      </a:accent3>
      <a:accent4>
        <a:srgbClr val="EB654D"/>
      </a:accent4>
      <a:accent5>
        <a:srgbClr val="001871"/>
      </a:accent5>
      <a:accent6>
        <a:srgbClr val="646464"/>
      </a:accent6>
      <a:hlink>
        <a:srgbClr val="001871"/>
      </a:hlink>
      <a:folHlink>
        <a:srgbClr val="08C5AE"/>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Blank BG for title and transitions">
  <a:themeElements>
    <a:clrScheme name="Adare Color Theme">
      <a:dk1>
        <a:srgbClr val="000000"/>
      </a:dk1>
      <a:lt1>
        <a:srgbClr val="FFFFFF"/>
      </a:lt1>
      <a:dk2>
        <a:srgbClr val="001871"/>
      </a:dk2>
      <a:lt2>
        <a:srgbClr val="E7E6E6"/>
      </a:lt2>
      <a:accent1>
        <a:srgbClr val="08C5AE"/>
      </a:accent1>
      <a:accent2>
        <a:srgbClr val="9665C2"/>
      </a:accent2>
      <a:accent3>
        <a:srgbClr val="FFAF3C"/>
      </a:accent3>
      <a:accent4>
        <a:srgbClr val="EB654D"/>
      </a:accent4>
      <a:accent5>
        <a:srgbClr val="001871"/>
      </a:accent5>
      <a:accent6>
        <a:srgbClr val="646464"/>
      </a:accent6>
      <a:hlink>
        <a:srgbClr val="001871"/>
      </a:hlink>
      <a:folHlink>
        <a:srgbClr val="08C5AE"/>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A3DE76DD49EB4E4C8712D4F709275B26" ma:contentTypeVersion="0" ma:contentTypeDescription="Create a new document." ma:contentTypeScope="" ma:versionID="21311ba215ebd2e27aa93f56f75f442a">
  <xsd:schema xmlns:xsd="http://www.w3.org/2001/XMLSchema" xmlns:xs="http://www.w3.org/2001/XMLSchema" xmlns:p="http://schemas.microsoft.com/office/2006/metadata/properties" targetNamespace="http://schemas.microsoft.com/office/2006/metadata/properties" ma:root="true" ma:fieldsID="31d5eec3c12ee2e8127422d567928fa7">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67DA5E6-0202-4327-970B-43FC9ADB1D24}">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59245886-8446-4326-A924-6F56F3258FA9}">
  <ds:schemaRefs>
    <ds:schemaRef ds:uri="http://schemas.microsoft.com/sharepoint/v3/contenttype/forms"/>
  </ds:schemaRefs>
</ds:datastoreItem>
</file>

<file path=customXml/itemProps3.xml><?xml version="1.0" encoding="utf-8"?>
<ds:datastoreItem xmlns:ds="http://schemas.openxmlformats.org/officeDocument/2006/customXml" ds:itemID="{E2991B01-A483-42F9-A57A-57EFCBBECB1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16574</TotalTime>
  <Words>2260</Words>
  <Application>Microsoft Office PowerPoint</Application>
  <PresentationFormat>Letter Paper (8.5x11 in)</PresentationFormat>
  <Paragraphs>152</Paragraphs>
  <Slides>20</Slides>
  <Notes>1</Notes>
  <HiddenSlides>0</HiddenSlides>
  <MMClips>0</MMClips>
  <ScaleCrop>false</ScaleCrop>
  <HeadingPairs>
    <vt:vector size="4" baseType="variant">
      <vt:variant>
        <vt:lpstr>Theme</vt:lpstr>
      </vt:variant>
      <vt:variant>
        <vt:i4>3</vt:i4>
      </vt:variant>
      <vt:variant>
        <vt:lpstr>Slide Titles</vt:lpstr>
      </vt:variant>
      <vt:variant>
        <vt:i4>20</vt:i4>
      </vt:variant>
    </vt:vector>
  </HeadingPairs>
  <TitlesOfParts>
    <vt:vector size="23" baseType="lpstr">
      <vt:lpstr>Presentation 2</vt:lpstr>
      <vt:lpstr>Large Photo and Text templates</vt:lpstr>
      <vt:lpstr>Blank BG for title and transitions</vt:lpstr>
      <vt:lpstr>PowerPoint Presentation</vt:lpstr>
      <vt:lpstr>List of topics</vt:lpstr>
      <vt:lpstr>Upcoming guidelines requiring immediate attention</vt:lpstr>
      <vt:lpstr>Upcoming guidelines requiring immediate attention</vt:lpstr>
      <vt:lpstr>Upcoming guidelines requiring immediate attention</vt:lpstr>
      <vt:lpstr>Upcoming guidelines requiring immediate attention</vt:lpstr>
      <vt:lpstr>AIFA INSPECTION IN SAN GIULIANO</vt:lpstr>
      <vt:lpstr>Observations and recommendations from AIFA  Inspection 9-12 July 2024 – San Giuliano site </vt:lpstr>
      <vt:lpstr>Observations from AIFA  Inspection 9-12 July 2024 – San Giuliano site </vt:lpstr>
      <vt:lpstr>Observations from AIFA  Inspection 9-12 July 2024 – San Giuliano site </vt:lpstr>
      <vt:lpstr>Observations from AIFA  Inspection 9-12 July 2024 – San Giuliano site </vt:lpstr>
      <vt:lpstr>Observations from AIFA  Inspection 9-12 July 2024 – San Giuliano site </vt:lpstr>
      <vt:lpstr>Observations from AIFA  Inspection 9-12 July 2024 – San Giuliano site </vt:lpstr>
      <vt:lpstr>Observations from AIFA  Inspection 9-12 July 2024 – San Giuliano site </vt:lpstr>
      <vt:lpstr>Observations from AIFA  Inspection 9-12 July 2024 – San Giuliano site </vt:lpstr>
      <vt:lpstr>Observations from AIFA  Inspection 9-12 July 2024 – San Giuliano site </vt:lpstr>
      <vt:lpstr>Observations from AIFA  Inspection 9-12 July 2024 – San Giuliano site </vt:lpstr>
      <vt:lpstr> Inspection 9-12 July 2024 – San Giuliano site </vt:lpstr>
      <vt:lpstr> AIFA July 9-12-2024</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Katy Mims</dc:creator>
  <cp:lastModifiedBy>Paola Pedrini</cp:lastModifiedBy>
  <cp:revision>839</cp:revision>
  <dcterms:created xsi:type="dcterms:W3CDTF">2021-04-05T14:18:23Z</dcterms:created>
  <dcterms:modified xsi:type="dcterms:W3CDTF">2025-10-02T02:46:32Z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0x010100A3DE76DD49EB4E4C8712D4F709275B26</vt:lpwstr>
  </property>
</Properties>
</file>