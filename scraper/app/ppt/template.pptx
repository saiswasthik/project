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rNdEzcZj8dV8U6/+7lrwmev5c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Photo/Half Content-APS">
  <p:cSld name="Half Photo/Half Content-APS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-APS">
  <p:cSld name="Title and Content-AP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222421" y="0"/>
            <a:ext cx="87417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222421" y="1043796"/>
            <a:ext cx="8741788" cy="497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133062" y="6399848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screenshot of a computer&#10;&#10;Description automatically generated with medium confidence"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214583" y="1035170"/>
            <a:ext cx="4357417" cy="497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2" type="body"/>
          </p:nvPr>
        </p:nvSpPr>
        <p:spPr>
          <a:xfrm>
            <a:off x="4606794" y="1035170"/>
            <a:ext cx="4357416" cy="497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screenshot of a computer&#10;&#10;Description automatically generated with medium confidence" id="26" name="Google Shape;2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9"/>
          <p:cNvSpPr txBox="1"/>
          <p:nvPr>
            <p:ph type="title"/>
          </p:nvPr>
        </p:nvSpPr>
        <p:spPr>
          <a:xfrm>
            <a:off x="222421" y="-3868"/>
            <a:ext cx="8741788" cy="847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205956" y="1030852"/>
            <a:ext cx="43574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" name="Google Shape;31;p20"/>
          <p:cNvSpPr txBox="1"/>
          <p:nvPr>
            <p:ph idx="2" type="body"/>
          </p:nvPr>
        </p:nvSpPr>
        <p:spPr>
          <a:xfrm>
            <a:off x="205956" y="1854764"/>
            <a:ext cx="4357417" cy="4159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3" type="body"/>
          </p:nvPr>
        </p:nvSpPr>
        <p:spPr>
          <a:xfrm>
            <a:off x="4649638" y="1030852"/>
            <a:ext cx="431457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" name="Google Shape;33;p20"/>
          <p:cNvSpPr txBox="1"/>
          <p:nvPr>
            <p:ph idx="4" type="body"/>
          </p:nvPr>
        </p:nvSpPr>
        <p:spPr>
          <a:xfrm>
            <a:off x="4649638" y="1854764"/>
            <a:ext cx="4314571" cy="4159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screenshot of a computer&#10;&#10;Description automatically generated with medium confidence" id="34" name="Google Shape;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20"/>
          <p:cNvSpPr txBox="1"/>
          <p:nvPr>
            <p:ph type="title"/>
          </p:nvPr>
        </p:nvSpPr>
        <p:spPr>
          <a:xfrm>
            <a:off x="222421" y="-3868"/>
            <a:ext cx="8741788" cy="847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222421" y="0"/>
            <a:ext cx="87417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screenshot of a computer&#10;&#10;Description automatically generated with medium confidence" id="39" name="Google Shape;3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/>
          <p:nvPr/>
        </p:nvSpPr>
        <p:spPr>
          <a:xfrm>
            <a:off x="146649" y="793630"/>
            <a:ext cx="8876581" cy="23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 with medium confidence" id="43" name="Google Shape;4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idx="1" type="body"/>
          </p:nvPr>
        </p:nvSpPr>
        <p:spPr>
          <a:xfrm rot="5400000">
            <a:off x="2099226" y="-850262"/>
            <a:ext cx="4988178" cy="8741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type="title"/>
          </p:nvPr>
        </p:nvSpPr>
        <p:spPr>
          <a:xfrm>
            <a:off x="222421" y="0"/>
            <a:ext cx="87417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screenshot of a computer&#10;&#10;Description automatically generated with medium confidence" id="48" name="Google Shape;4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 rot="5400000">
            <a:off x="6002930" y="3046180"/>
            <a:ext cx="502268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 rot="5400000">
            <a:off x="1594832" y="-369881"/>
            <a:ext cx="5022684" cy="7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screenshot of a computer&#10;&#10;Description automatically generated with medium confidence" id="53" name="Google Shape;5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5"/>
          <p:cNvSpPr/>
          <p:nvPr/>
        </p:nvSpPr>
        <p:spPr>
          <a:xfrm>
            <a:off x="146649" y="793630"/>
            <a:ext cx="8876581" cy="23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 with medium confidence" id="60" name="Google Shape;6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0" y="6243770"/>
            <a:ext cx="1381760" cy="611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-aps">
  <p:cSld name="Closing Slide-ap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605401" y="1195968"/>
            <a:ext cx="7953740" cy="1022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048"/>
            <a:ext cx="9144000" cy="6851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2" name="Google Shape;12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3048"/>
            <a:ext cx="9144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7"/>
          <p:cNvSpPr txBox="1"/>
          <p:nvPr>
            <p:ph type="title"/>
          </p:nvPr>
        </p:nvSpPr>
        <p:spPr>
          <a:xfrm>
            <a:off x="222421" y="-3868"/>
            <a:ext cx="8741788" cy="847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7"/>
          <p:cNvSpPr txBox="1"/>
          <p:nvPr>
            <p:ph idx="1" type="body"/>
          </p:nvPr>
        </p:nvSpPr>
        <p:spPr>
          <a:xfrm>
            <a:off x="222421" y="1014661"/>
            <a:ext cx="8741788" cy="500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Char char="—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5" name="Google Shape;15;p17"/>
          <p:cNvCxnSpPr/>
          <p:nvPr/>
        </p:nvCxnSpPr>
        <p:spPr>
          <a:xfrm>
            <a:off x="222421" y="928970"/>
            <a:ext cx="87417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153986" y="6398247"/>
            <a:ext cx="557451" cy="211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8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7"/>
          <p:cNvSpPr txBox="1"/>
          <p:nvPr/>
        </p:nvSpPr>
        <p:spPr>
          <a:xfrm>
            <a:off x="780445" y="6457058"/>
            <a:ext cx="1395738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2021 Adare Pharma Solutions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48"/>
            <a:ext cx="9144000" cy="6851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982013"/>
            <a:ext cx="9144000" cy="18531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/>
        </p:nvSpPr>
        <p:spPr>
          <a:xfrm>
            <a:off x="205238" y="4374900"/>
            <a:ext cx="4902452" cy="1095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CGMP Shot</a:t>
            </a:r>
            <a:endParaRPr/>
          </a:p>
        </p:txBody>
      </p:sp>
      <p:sp>
        <p:nvSpPr>
          <p:cNvPr id="71" name="Google Shape;71;p1"/>
          <p:cNvSpPr txBox="1"/>
          <p:nvPr/>
        </p:nvSpPr>
        <p:spPr>
          <a:xfrm>
            <a:off x="205238" y="5937264"/>
            <a:ext cx="4366762" cy="917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222421" y="0"/>
            <a:ext cx="874178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222421" y="1043796"/>
            <a:ext cx="8741788" cy="497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284"/>
            <a:ext cx="9144000" cy="68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/>
          <p:nvPr>
            <p:ph type="title"/>
          </p:nvPr>
        </p:nvSpPr>
        <p:spPr>
          <a:xfrm>
            <a:off x="0" y="2017424"/>
            <a:ext cx="9144000" cy="1022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 2">
  <a:themeElements>
    <a:clrScheme name="Adare Color Theme">
      <a:dk1>
        <a:srgbClr val="000000"/>
      </a:dk1>
      <a:lt1>
        <a:srgbClr val="FFFFFF"/>
      </a:lt1>
      <a:dk2>
        <a:srgbClr val="001871"/>
      </a:dk2>
      <a:lt2>
        <a:srgbClr val="E7E6E6"/>
      </a:lt2>
      <a:accent1>
        <a:srgbClr val="08C5AE"/>
      </a:accent1>
      <a:accent2>
        <a:srgbClr val="9665C2"/>
      </a:accent2>
      <a:accent3>
        <a:srgbClr val="FFAF3C"/>
      </a:accent3>
      <a:accent4>
        <a:srgbClr val="EB654D"/>
      </a:accent4>
      <a:accent5>
        <a:srgbClr val="001871"/>
      </a:accent5>
      <a:accent6>
        <a:srgbClr val="646464"/>
      </a:accent6>
      <a:hlink>
        <a:srgbClr val="001871"/>
      </a:hlink>
      <a:folHlink>
        <a:srgbClr val="08C5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 BG for title and transitions">
  <a:themeElements>
    <a:clrScheme name="Adare Color Theme">
      <a:dk1>
        <a:srgbClr val="000000"/>
      </a:dk1>
      <a:lt1>
        <a:srgbClr val="FFFFFF"/>
      </a:lt1>
      <a:dk2>
        <a:srgbClr val="001871"/>
      </a:dk2>
      <a:lt2>
        <a:srgbClr val="E7E6E6"/>
      </a:lt2>
      <a:accent1>
        <a:srgbClr val="08C5AE"/>
      </a:accent1>
      <a:accent2>
        <a:srgbClr val="9665C2"/>
      </a:accent2>
      <a:accent3>
        <a:srgbClr val="FFAF3C"/>
      </a:accent3>
      <a:accent4>
        <a:srgbClr val="EB654D"/>
      </a:accent4>
      <a:accent5>
        <a:srgbClr val="001871"/>
      </a:accent5>
      <a:accent6>
        <a:srgbClr val="646464"/>
      </a:accent6>
      <a:hlink>
        <a:srgbClr val="001871"/>
      </a:hlink>
      <a:folHlink>
        <a:srgbClr val="08C5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2021-04-05T14:18:23Z</dcterms:created>
  <dc:creator>Katy Mims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0x010100A3DE76DD49EB4E4C8712D4F709275B26</vt:lpwstr>
  </property>
</Properties>
</file>